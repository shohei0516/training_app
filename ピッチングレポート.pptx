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887B13-95BD-40EE-9192-9C0F88949F66}" v="27" dt="2026-05-01T09:10:05.7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3" d="100"/>
          <a:sy n="73" d="100"/>
        </p:scale>
        <p:origin x="4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翔平 藤井" userId="aff9933db04c8107" providerId="LiveId" clId="{39593A4F-3DA1-4995-B3B0-7DC9AF704628}"/>
    <pc:docChg chg="undo custSel modSld">
      <pc:chgData name="翔平 藤井" userId="aff9933db04c8107" providerId="LiveId" clId="{39593A4F-3DA1-4995-B3B0-7DC9AF704628}" dt="2026-05-01T09:13:44.833" v="632" actId="1076"/>
      <pc:docMkLst>
        <pc:docMk/>
      </pc:docMkLst>
      <pc:sldChg chg="addSp delSp modSp mod">
        <pc:chgData name="翔平 藤井" userId="aff9933db04c8107" providerId="LiveId" clId="{39593A4F-3DA1-4995-B3B0-7DC9AF704628}" dt="2026-05-01T09:13:44.833" v="632" actId="1076"/>
        <pc:sldMkLst>
          <pc:docMk/>
          <pc:sldMk cId="3370584964" sldId="257"/>
        </pc:sldMkLst>
        <pc:spChg chg="add mod">
          <ac:chgData name="翔平 藤井" userId="aff9933db04c8107" providerId="LiveId" clId="{39593A4F-3DA1-4995-B3B0-7DC9AF704628}" dt="2026-05-01T09:10:41.047" v="539" actId="14100"/>
          <ac:spMkLst>
            <pc:docMk/>
            <pc:sldMk cId="3370584964" sldId="257"/>
            <ac:spMk id="4" creationId="{1AF224F3-3D6A-DA30-0444-8BEE59121C77}"/>
          </ac:spMkLst>
        </pc:spChg>
        <pc:spChg chg="add mod">
          <ac:chgData name="翔平 藤井" userId="aff9933db04c8107" providerId="LiveId" clId="{39593A4F-3DA1-4995-B3B0-7DC9AF704628}" dt="2026-05-01T09:07:25.206" v="368" actId="1036"/>
          <ac:spMkLst>
            <pc:docMk/>
            <pc:sldMk cId="3370584964" sldId="257"/>
            <ac:spMk id="5" creationId="{6CA05FB8-102F-CA97-FFA8-50E8BFEB4E77}"/>
          </ac:spMkLst>
        </pc:spChg>
        <pc:spChg chg="add mod">
          <ac:chgData name="翔平 藤井" userId="aff9933db04c8107" providerId="LiveId" clId="{39593A4F-3DA1-4995-B3B0-7DC9AF704628}" dt="2026-05-01T09:07:32.725" v="382" actId="1036"/>
          <ac:spMkLst>
            <pc:docMk/>
            <pc:sldMk cId="3370584964" sldId="257"/>
            <ac:spMk id="6" creationId="{E9A8D090-E843-F17E-D39B-D38C9CF4185A}"/>
          </ac:spMkLst>
        </pc:spChg>
        <pc:spChg chg="mod">
          <ac:chgData name="翔平 藤井" userId="aff9933db04c8107" providerId="LiveId" clId="{39593A4F-3DA1-4995-B3B0-7DC9AF704628}" dt="2026-04-25T02:54:24.398" v="225" actId="1035"/>
          <ac:spMkLst>
            <pc:docMk/>
            <pc:sldMk cId="3370584964" sldId="257"/>
            <ac:spMk id="8" creationId="{74E84DDF-95A9-1FF2-1E33-5AFD5EAEE10C}"/>
          </ac:spMkLst>
        </pc:spChg>
        <pc:spChg chg="add mod">
          <ac:chgData name="翔平 藤井" userId="aff9933db04c8107" providerId="LiveId" clId="{39593A4F-3DA1-4995-B3B0-7DC9AF704628}" dt="2026-05-01T09:07:13.505" v="358" actId="14100"/>
          <ac:spMkLst>
            <pc:docMk/>
            <pc:sldMk cId="3370584964" sldId="257"/>
            <ac:spMk id="13" creationId="{18A2CD06-677C-6100-798D-D89E0395545D}"/>
          </ac:spMkLst>
        </pc:spChg>
        <pc:spChg chg="add mod">
          <ac:chgData name="翔平 藤井" userId="aff9933db04c8107" providerId="LiveId" clId="{39593A4F-3DA1-4995-B3B0-7DC9AF704628}" dt="2026-05-01T09:09:03.294" v="482" actId="1038"/>
          <ac:spMkLst>
            <pc:docMk/>
            <pc:sldMk cId="3370584964" sldId="257"/>
            <ac:spMk id="14" creationId="{48BF83E4-5E09-A444-592D-B07DC59AD3A1}"/>
          </ac:spMkLst>
        </pc:spChg>
        <pc:spChg chg="mod">
          <ac:chgData name="翔平 藤井" userId="aff9933db04c8107" providerId="LiveId" clId="{39593A4F-3DA1-4995-B3B0-7DC9AF704628}" dt="2026-05-01T09:12:50.610" v="595" actId="1037"/>
          <ac:spMkLst>
            <pc:docMk/>
            <pc:sldMk cId="3370584964" sldId="257"/>
            <ac:spMk id="15" creationId="{1D23F4B0-B2F7-5B6F-20F7-28F6612870CD}"/>
          </ac:spMkLst>
        </pc:spChg>
        <pc:spChg chg="mod">
          <ac:chgData name="翔平 藤井" userId="aff9933db04c8107" providerId="LiveId" clId="{39593A4F-3DA1-4995-B3B0-7DC9AF704628}" dt="2026-05-01T09:13:03.494" v="618" actId="1037"/>
          <ac:spMkLst>
            <pc:docMk/>
            <pc:sldMk cId="3370584964" sldId="257"/>
            <ac:spMk id="16" creationId="{59A38C6A-B0A7-2310-70DC-1B2811576A7F}"/>
          </ac:spMkLst>
        </pc:spChg>
        <pc:spChg chg="mod">
          <ac:chgData name="翔平 藤井" userId="aff9933db04c8107" providerId="LiveId" clId="{39593A4F-3DA1-4995-B3B0-7DC9AF704628}" dt="2026-05-01T09:13:00.377" v="615" actId="1038"/>
          <ac:spMkLst>
            <pc:docMk/>
            <pc:sldMk cId="3370584964" sldId="257"/>
            <ac:spMk id="17" creationId="{919E8A92-8CAB-B7FA-A2F2-0E1D5DDC3255}"/>
          </ac:spMkLst>
        </pc:spChg>
        <pc:spChg chg="mod">
          <ac:chgData name="翔平 藤井" userId="aff9933db04c8107" providerId="LiveId" clId="{39593A4F-3DA1-4995-B3B0-7DC9AF704628}" dt="2026-05-01T09:12:58.211" v="609" actId="1038"/>
          <ac:spMkLst>
            <pc:docMk/>
            <pc:sldMk cId="3370584964" sldId="257"/>
            <ac:spMk id="18" creationId="{6944BE08-44B7-23CE-2DF1-FACC5C625792}"/>
          </ac:spMkLst>
        </pc:spChg>
        <pc:spChg chg="mod">
          <ac:chgData name="翔平 藤井" userId="aff9933db04c8107" providerId="LiveId" clId="{39593A4F-3DA1-4995-B3B0-7DC9AF704628}" dt="2026-05-01T09:12:53.290" v="600" actId="1037"/>
          <ac:spMkLst>
            <pc:docMk/>
            <pc:sldMk cId="3370584964" sldId="257"/>
            <ac:spMk id="19" creationId="{ABC9C3E4-53F6-648C-9A04-56742113FA41}"/>
          </ac:spMkLst>
        </pc:spChg>
        <pc:spChg chg="mod">
          <ac:chgData name="翔平 藤井" userId="aff9933db04c8107" providerId="LiveId" clId="{39593A4F-3DA1-4995-B3B0-7DC9AF704628}" dt="2026-04-25T02:57:51.505" v="313" actId="164"/>
          <ac:spMkLst>
            <pc:docMk/>
            <pc:sldMk cId="3370584964" sldId="257"/>
            <ac:spMk id="20" creationId="{5EFC094E-5B3C-3A95-ED7D-FD8FA80E32D5}"/>
          </ac:spMkLst>
        </pc:spChg>
        <pc:spChg chg="mod">
          <ac:chgData name="翔平 藤井" userId="aff9933db04c8107" providerId="LiveId" clId="{39593A4F-3DA1-4995-B3B0-7DC9AF704628}" dt="2026-04-25T02:58:07.367" v="322" actId="164"/>
          <ac:spMkLst>
            <pc:docMk/>
            <pc:sldMk cId="3370584964" sldId="257"/>
            <ac:spMk id="21" creationId="{04D4B021-4681-8527-3A99-C1FB0D7AB0D1}"/>
          </ac:spMkLst>
        </pc:spChg>
        <pc:spChg chg="mod">
          <ac:chgData name="翔平 藤井" userId="aff9933db04c8107" providerId="LiveId" clId="{39593A4F-3DA1-4995-B3B0-7DC9AF704628}" dt="2026-04-25T02:57:58.069" v="320" actId="1036"/>
          <ac:spMkLst>
            <pc:docMk/>
            <pc:sldMk cId="3370584964" sldId="257"/>
            <ac:spMk id="22" creationId="{E013BFC2-C706-5C9C-36A8-52E3DC34EB89}"/>
          </ac:spMkLst>
        </pc:spChg>
        <pc:spChg chg="mod">
          <ac:chgData name="翔平 藤井" userId="aff9933db04c8107" providerId="LiveId" clId="{39593A4F-3DA1-4995-B3B0-7DC9AF704628}" dt="2026-04-25T02:58:16.435" v="330" actId="1035"/>
          <ac:spMkLst>
            <pc:docMk/>
            <pc:sldMk cId="3370584964" sldId="257"/>
            <ac:spMk id="23" creationId="{83A5B708-A214-1F45-F6DE-0BE0F758B65E}"/>
          </ac:spMkLst>
        </pc:spChg>
        <pc:spChg chg="add mod">
          <ac:chgData name="翔平 藤井" userId="aff9933db04c8107" providerId="LiveId" clId="{39593A4F-3DA1-4995-B3B0-7DC9AF704628}" dt="2026-05-01T09:07:38.149" v="395" actId="1036"/>
          <ac:spMkLst>
            <pc:docMk/>
            <pc:sldMk cId="3370584964" sldId="257"/>
            <ac:spMk id="24" creationId="{FEAE8A62-78F2-95D6-AD1C-B38FE82502B6}"/>
          </ac:spMkLst>
        </pc:spChg>
        <pc:spChg chg="add mod">
          <ac:chgData name="翔平 藤井" userId="aff9933db04c8107" providerId="LiveId" clId="{39593A4F-3DA1-4995-B3B0-7DC9AF704628}" dt="2026-05-01T09:07:42.517" v="408" actId="1036"/>
          <ac:spMkLst>
            <pc:docMk/>
            <pc:sldMk cId="3370584964" sldId="257"/>
            <ac:spMk id="25" creationId="{FBC57157-827F-5BC9-984E-3C1F4717ABBD}"/>
          </ac:spMkLst>
        </pc:spChg>
        <pc:spChg chg="add mod">
          <ac:chgData name="翔平 藤井" userId="aff9933db04c8107" providerId="LiveId" clId="{39593A4F-3DA1-4995-B3B0-7DC9AF704628}" dt="2026-05-01T09:07:47.530" v="427" actId="1036"/>
          <ac:spMkLst>
            <pc:docMk/>
            <pc:sldMk cId="3370584964" sldId="257"/>
            <ac:spMk id="26" creationId="{23214B35-2C92-1EA3-235C-D46DD7A16CD5}"/>
          </ac:spMkLst>
        </pc:spChg>
        <pc:spChg chg="add mod">
          <ac:chgData name="翔平 藤井" userId="aff9933db04c8107" providerId="LiveId" clId="{39593A4F-3DA1-4995-B3B0-7DC9AF704628}" dt="2026-05-01T09:13:21.789" v="620" actId="14100"/>
          <ac:spMkLst>
            <pc:docMk/>
            <pc:sldMk cId="3370584964" sldId="257"/>
            <ac:spMk id="27" creationId="{A5FD975A-1E92-7AFC-3C46-70B456485D06}"/>
          </ac:spMkLst>
        </pc:spChg>
        <pc:spChg chg="add mod">
          <ac:chgData name="翔平 藤井" userId="aff9933db04c8107" providerId="LiveId" clId="{39593A4F-3DA1-4995-B3B0-7DC9AF704628}" dt="2026-05-01T09:13:44.833" v="632" actId="1076"/>
          <ac:spMkLst>
            <pc:docMk/>
            <pc:sldMk cId="3370584964" sldId="257"/>
            <ac:spMk id="28" creationId="{4FABA239-897E-C1E1-E1F5-81983EF6DA88}"/>
          </ac:spMkLst>
        </pc:spChg>
        <pc:grpChg chg="add mod">
          <ac:chgData name="翔平 藤井" userId="aff9933db04c8107" providerId="LiveId" clId="{39593A4F-3DA1-4995-B3B0-7DC9AF704628}" dt="2026-04-25T02:58:38.679" v="336" actId="1035"/>
          <ac:grpSpMkLst>
            <pc:docMk/>
            <pc:sldMk cId="3370584964" sldId="257"/>
            <ac:grpSpMk id="2" creationId="{77EE6FE6-B74D-F03B-28EF-A9B76FB85E15}"/>
          </ac:grpSpMkLst>
        </pc:grpChg>
        <pc:grpChg chg="add mod">
          <ac:chgData name="翔平 藤井" userId="aff9933db04c8107" providerId="LiveId" clId="{39593A4F-3DA1-4995-B3B0-7DC9AF704628}" dt="2026-04-25T02:58:33.017" v="331" actId="1076"/>
          <ac:grpSpMkLst>
            <pc:docMk/>
            <pc:sldMk cId="3370584964" sldId="257"/>
            <ac:grpSpMk id="12" creationId="{09CB0648-4298-C2CE-5146-939ADE44079F}"/>
          </ac:grpSpMkLst>
        </pc:grpChg>
        <pc:graphicFrameChg chg="mod modGraphic">
          <ac:chgData name="翔平 藤井" userId="aff9933db04c8107" providerId="LiveId" clId="{39593A4F-3DA1-4995-B3B0-7DC9AF704628}" dt="2026-05-01T09:09:46.437" v="487" actId="1035"/>
          <ac:graphicFrameMkLst>
            <pc:docMk/>
            <pc:sldMk cId="3370584964" sldId="257"/>
            <ac:graphicFrameMk id="9" creationId="{7DFB7D11-BB2C-B33F-8E17-ED664ED5C331}"/>
          </ac:graphicFrameMkLst>
        </pc:graphicFrameChg>
        <pc:graphicFrameChg chg="mod modGraphic">
          <ac:chgData name="翔平 藤井" userId="aff9933db04c8107" providerId="LiveId" clId="{39593A4F-3DA1-4995-B3B0-7DC9AF704628}" dt="2026-05-01T09:09:46.437" v="487" actId="1035"/>
          <ac:graphicFrameMkLst>
            <pc:docMk/>
            <pc:sldMk cId="3370584964" sldId="257"/>
            <ac:graphicFrameMk id="10" creationId="{9449DBCA-7BE8-25FB-79DD-C10EE878FCA0}"/>
          </ac:graphicFrameMkLst>
        </pc:graphicFrameChg>
        <pc:graphicFrameChg chg="mod modGraphic">
          <ac:chgData name="翔平 藤井" userId="aff9933db04c8107" providerId="LiveId" clId="{39593A4F-3DA1-4995-B3B0-7DC9AF704628}" dt="2026-04-25T06:28:01.305" v="347" actId="1036"/>
          <ac:graphicFrameMkLst>
            <pc:docMk/>
            <pc:sldMk cId="3370584964" sldId="257"/>
            <ac:graphicFrameMk id="11" creationId="{25FC2930-57F5-6332-7345-ACD2F0BEC265}"/>
          </ac:graphicFrameMkLst>
        </pc:graphicFrameChg>
        <pc:picChg chg="mod">
          <ac:chgData name="翔平 藤井" userId="aff9933db04c8107" providerId="LiveId" clId="{39593A4F-3DA1-4995-B3B0-7DC9AF704628}" dt="2026-05-01T09:07:28.289" v="370" actId="1035"/>
          <ac:picMkLst>
            <pc:docMk/>
            <pc:sldMk cId="3370584964" sldId="257"/>
            <ac:picMk id="3" creationId="{9ED94D4C-95A4-FCA1-0779-90972082A4F6}"/>
          </ac:picMkLst>
        </pc:picChg>
        <pc:picChg chg="mod">
          <ac:chgData name="翔平 藤井" userId="aff9933db04c8107" providerId="LiveId" clId="{39593A4F-3DA1-4995-B3B0-7DC9AF704628}" dt="2026-04-25T02:54:16.702" v="208" actId="1035"/>
          <ac:picMkLst>
            <pc:docMk/>
            <pc:sldMk cId="3370584964" sldId="257"/>
            <ac:picMk id="7" creationId="{BD2DBC30-99B1-E802-1882-9717E76E30B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0C457-4741-964A-A81D-6CFD55C13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E486E1-372E-30BA-A5D9-60417CF3B7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895F4B1-6866-EC1B-FE88-E87C33100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75101A-E530-EF22-DED3-19C596E55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5EE0593-5424-85E9-9C4C-8637947F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4840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6C113A-B151-DE4C-7A5B-4AFE0B12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957602B-6CA6-EF38-57A5-F02777515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5C8DE3-B6D2-DEB8-903D-06DE0A60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B79AB9-8B8B-17F4-9093-6ACA250AD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A2F502-A5CA-9D10-3CB0-7BB2564FF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1538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763E0F-101E-E44F-0CA3-145B1AE9C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CF01FFF-0B33-4539-5722-213E8006F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817EA5D-805A-502B-FE66-36B2A1FF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D2640C7-3660-8E7D-8AD4-0D42E8CB6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547C7F-4A7F-6BC2-7E41-7576B5A5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2466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90C20-BF8B-22E7-2841-23D723752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8437256-E435-F533-D9D2-AB3E7F698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9FB78C3-7255-5F39-3840-CC65AAEC2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D116AC-0F04-67A8-352C-22595093E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9C16981-DA89-371E-46FA-E57D77F53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AEA2604-402A-F98E-9605-EB5C4F47B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98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6A71ED-7256-4C0E-EAFF-78215FE58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A4B5C1-F935-3ED9-368C-1314A01D1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8E49691-925D-FDDF-F675-FA78AFF2A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4A071D-6680-09DA-1F6A-79321C413D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3496CB2-0AB1-B15F-EFEE-7016706359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D30D05C-4661-BF29-9F98-EC2108DEA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78F702F-064F-9E6A-A04A-676A34E68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4FFF81F-15EA-7614-F26B-655264FE9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375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F31AB-7BE3-1721-9FB4-2DC2BC6B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4EEF08B-5772-7DAE-7993-F8C562FFD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38F9C8E-6D58-D1A2-359D-1D24BAB825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B37DC72-F109-B82F-F0C0-80FC2F92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348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B96ACFA-1C13-8658-6423-E787E082A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66CD814-680B-DEAC-35DA-D802D7D94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BF3794-166F-2519-66E4-E5E56E505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109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122BF9-0049-0FB2-E9BC-143484FC6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CFE230-288F-9685-A22E-0C3CA65C3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33EF2AB-7EF4-DB0A-2FCA-F4D296AAE9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0883DC1-0130-43C9-9A10-54107EE24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85C537-E1E4-99C7-9D4C-205E95E8F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7EE69AF-5A4D-8BB0-C717-E6F34189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825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190FB6-3327-AC15-D57F-6C7AA1C61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04E97F8-152C-39DA-E079-5923A79336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0BEEE9-EEA6-BE38-FF2E-66875DF9A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EE2967-887E-48AF-6718-D42D1E6B9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DFDE9E-DE18-98AF-7E5B-52AC7C787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97B05A-2E48-8C62-4AD1-3ECC6E4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8287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56CFA5-6EA2-28AD-39CF-81927341F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532FA1B-65C4-57FB-305F-8E22B4098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6B8B2C-CC46-B936-5B76-8884699DE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967DC6-8144-8740-B226-19D3E4E9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1D0FDED-DCAB-80BC-C4E0-B0BA28D4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78867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CB004D2-C09D-78FD-CB05-BD26A0F8E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FC0B432-54A2-2142-973C-49DCF19C59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85A3A9F-582F-D418-D6E2-C39F2CDC9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B26D5-18EB-2478-B0AD-74055AD15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0FCEBD-56AF-E10F-0F0A-8111401A7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3420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BBAE14D-8375-3E8E-A442-A0231E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EAC177F-D37C-506F-56CC-4557AFEE7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FF3E4D-0669-A55E-B2FD-57C954203B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CFA0F8-B6F8-44A5-9726-8C6E186FB66E}" type="datetimeFigureOut">
              <a:rPr kumimoji="1" lang="ja-JP" altLang="en-US" smtClean="0"/>
              <a:t>2026/5/1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2C0459-9AAF-2640-5D77-D7909CA996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A471515-F108-992B-AF98-409D1C804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251EB-7DFF-47CA-BDC0-AE80431842D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1750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D94D4C-95A4-FCA1-0779-90972082A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16993"/>
            <a:ext cx="12201427" cy="2512772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2DBC30-99B1-E802-1882-9717E76E30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90" t="27936" r="25344" b="33334"/>
          <a:stretch>
            <a:fillRect/>
          </a:stretch>
        </p:blipFill>
        <p:spPr>
          <a:xfrm>
            <a:off x="5054079" y="10328"/>
            <a:ext cx="2083842" cy="1110169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4E84DDF-95A9-1FF2-1E33-5AFD5EAEE10C}"/>
              </a:ext>
            </a:extLst>
          </p:cNvPr>
          <p:cNvSpPr txBox="1"/>
          <p:nvPr/>
        </p:nvSpPr>
        <p:spPr>
          <a:xfrm>
            <a:off x="1447797" y="1090435"/>
            <a:ext cx="9296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b="1" dirty="0">
                <a:latin typeface="LINE Seed JP App_OTF Bold" panose="02020700000000000000" pitchFamily="18" charset="-128"/>
                <a:ea typeface="LINE Seed JP App_OTF Bold" panose="02020700000000000000" pitchFamily="18" charset="-128"/>
              </a:rPr>
              <a:t>Pitching Motion Analysis Report &amp; Training Program</a:t>
            </a:r>
            <a:endParaRPr kumimoji="1" lang="ja-JP" altLang="en-US" sz="1200" dirty="0">
              <a:latin typeface="LINE Seed JP App_OTF Bold" panose="02020700000000000000" pitchFamily="18" charset="-128"/>
              <a:ea typeface="LINE Seed JP App_OTF Bold" panose="02020700000000000000" pitchFamily="18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DFB7D11-BB2C-B33F-8E17-ED664ED5C3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680498"/>
              </p:ext>
            </p:extLst>
          </p:nvPr>
        </p:nvGraphicFramePr>
        <p:xfrm>
          <a:off x="167397" y="4601680"/>
          <a:ext cx="3909450" cy="1828800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287546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1174043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ワインドアップ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軸足安定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226485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膝前方移動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408997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アーリーコッキング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下肢アライメント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8182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膝屈曲量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644566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ステップ方向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597002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レイトコッキング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ボール位置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34848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体幹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C</a:t>
                      </a: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カーブ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504220"/>
                  </a:ext>
                </a:extLst>
              </a:tr>
            </a:tbl>
          </a:graphicData>
        </a:graphic>
      </p:graphicFrame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9449DBCA-7BE8-25FB-79DD-C10EE878F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994593"/>
              </p:ext>
            </p:extLst>
          </p:nvPr>
        </p:nvGraphicFramePr>
        <p:xfrm>
          <a:off x="4139825" y="4601680"/>
          <a:ext cx="3909450" cy="1143000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  <a:gridCol w="1287546">
                  <a:extLst>
                    <a:ext uri="{9D8B030D-6E8A-4147-A177-3AD203B41FA5}">
                      <a16:colId xmlns:a16="http://schemas.microsoft.com/office/drawing/2014/main" val="3630679620"/>
                    </a:ext>
                  </a:extLst>
                </a:gridCol>
                <a:gridCol w="1174043">
                  <a:extLst>
                    <a:ext uri="{9D8B030D-6E8A-4147-A177-3AD203B41FA5}">
                      <a16:colId xmlns:a16="http://schemas.microsoft.com/office/drawing/2014/main" val="2015295672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Phase</a:t>
                      </a:r>
                      <a:endParaRPr lang="ja-JP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ja-JP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checkpoint</a:t>
                      </a:r>
                      <a:endParaRPr lang="ja-JP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肘抜け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64613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アクセラレーション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膝伸展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0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461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肩ライン方向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2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7593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フォロースルー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軸足蹴り上げ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LINE Seed JP App_OTF Regular" panose="02020500000000000000" pitchFamily="18" charset="-128"/>
                          <a:ea typeface="LINE Seed JP App_OTF Regular" panose="02020500000000000000" pitchFamily="18" charset="-128"/>
                        </a:rPr>
                        <a:t>1</a:t>
                      </a:r>
                      <a:endParaRPr lang="ja-JP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LINE Seed JP App_OTF Regular" panose="02020500000000000000" pitchFamily="18" charset="-128"/>
                        <a:ea typeface="LINE Seed JP App_OTF Regular" panose="020205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8036526"/>
                  </a:ext>
                </a:extLst>
              </a:tr>
            </a:tbl>
          </a:graphicData>
        </a:graphic>
      </p:graphicFrame>
      <p:graphicFrame>
        <p:nvGraphicFramePr>
          <p:cNvPr id="11" name="表 10">
            <a:extLst>
              <a:ext uri="{FF2B5EF4-FFF2-40B4-BE49-F238E27FC236}">
                <a16:creationId xmlns:a16="http://schemas.microsoft.com/office/drawing/2014/main" id="{25FC2930-57F5-6332-7345-ACD2F0BEC2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534359"/>
              </p:ext>
            </p:extLst>
          </p:nvPr>
        </p:nvGraphicFramePr>
        <p:xfrm>
          <a:off x="4139825" y="6110750"/>
          <a:ext cx="1447861" cy="460017"/>
        </p:xfrm>
        <a:graphic>
          <a:graphicData uri="http://schemas.openxmlformats.org/drawingml/2006/table">
            <a:tbl>
              <a:tblPr/>
              <a:tblGrid>
                <a:gridCol w="1447861">
                  <a:extLst>
                    <a:ext uri="{9D8B030D-6E8A-4147-A177-3AD203B41FA5}">
                      <a16:colId xmlns:a16="http://schemas.microsoft.com/office/drawing/2014/main" val="2153101285"/>
                    </a:ext>
                  </a:extLst>
                </a:gridCol>
              </a:tblGrid>
              <a:tr h="46001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Total</a:t>
                      </a:r>
                      <a:r>
                        <a:rPr lang="ja-JP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 </a:t>
                      </a:r>
                      <a:r>
                        <a:rPr lang="en-US" altLang="ja-JP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LINE Seed JP_OTF Bold" panose="02020700000000000000" pitchFamily="18" charset="-128"/>
                          <a:ea typeface="LINE Seed JP_OTF Bold" panose="02020700000000000000" pitchFamily="18" charset="-128"/>
                        </a:rPr>
                        <a:t>score</a:t>
                      </a:r>
                      <a:endParaRPr lang="ja-JP" alt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LINE Seed JP_OTF Bold" panose="02020700000000000000" pitchFamily="18" charset="-128"/>
                        <a:ea typeface="LINE Seed JP_OTF Bold" panose="02020700000000000000" pitchFamily="18" charset="-128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66470"/>
                  </a:ext>
                </a:extLst>
              </a:tr>
            </a:tbl>
          </a:graphicData>
        </a:graphic>
      </p:graphicFrame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D23F4B0-B2F7-5B6F-20F7-28F6612870CD}"/>
              </a:ext>
            </a:extLst>
          </p:cNvPr>
          <p:cNvSpPr txBox="1"/>
          <p:nvPr/>
        </p:nvSpPr>
        <p:spPr>
          <a:xfrm>
            <a:off x="-311896" y="4329765"/>
            <a:ext cx="150828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ワインドアップ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9A38C6A-B0A7-2310-70DC-1B2811576A7F}"/>
              </a:ext>
            </a:extLst>
          </p:cNvPr>
          <p:cNvSpPr txBox="1"/>
          <p:nvPr/>
        </p:nvSpPr>
        <p:spPr>
          <a:xfrm>
            <a:off x="2345251" y="4329764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アーリーコッキング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19E8A92-8CAB-B7FA-A2F2-0E1D5DDC3255}"/>
              </a:ext>
            </a:extLst>
          </p:cNvPr>
          <p:cNvSpPr txBox="1"/>
          <p:nvPr/>
        </p:nvSpPr>
        <p:spPr>
          <a:xfrm>
            <a:off x="5234622" y="4329763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レイトコッキング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944BE08-44B7-23CE-2DF1-FACC5C625792}"/>
              </a:ext>
            </a:extLst>
          </p:cNvPr>
          <p:cNvSpPr txBox="1"/>
          <p:nvPr/>
        </p:nvSpPr>
        <p:spPr>
          <a:xfrm>
            <a:off x="7846160" y="4329763"/>
            <a:ext cx="191863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アクセラレーション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BC9C3E4-53F6-648C-9A04-56742113FA41}"/>
              </a:ext>
            </a:extLst>
          </p:cNvPr>
          <p:cNvSpPr txBox="1"/>
          <p:nvPr/>
        </p:nvSpPr>
        <p:spPr>
          <a:xfrm>
            <a:off x="10899369" y="4329762"/>
            <a:ext cx="13404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フォロースルー</a:t>
            </a:r>
            <a:endParaRPr kumimoji="1" lang="ja-JP" altLang="en-US" sz="8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7EE6FE6-B74D-F03B-28EF-A9B76FB85E15}"/>
              </a:ext>
            </a:extLst>
          </p:cNvPr>
          <p:cNvGrpSpPr/>
          <p:nvPr/>
        </p:nvGrpSpPr>
        <p:grpSpPr>
          <a:xfrm>
            <a:off x="10961896" y="4815690"/>
            <a:ext cx="1061407" cy="253916"/>
            <a:chOff x="10971195" y="5202569"/>
            <a:chExt cx="1061407" cy="253916"/>
          </a:xfrm>
        </p:grpSpPr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5EFC094E-5B3C-3A95-ED7D-FD8FA80E32D5}"/>
                </a:ext>
              </a:extLst>
            </p:cNvPr>
            <p:cNvSpPr/>
            <p:nvPr/>
          </p:nvSpPr>
          <p:spPr>
            <a:xfrm>
              <a:off x="10971195" y="5220708"/>
              <a:ext cx="1053408" cy="18583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E013BFC2-C706-5C9C-36A8-52E3DC34EB89}"/>
                </a:ext>
              </a:extLst>
            </p:cNvPr>
            <p:cNvSpPr txBox="1"/>
            <p:nvPr/>
          </p:nvSpPr>
          <p:spPr>
            <a:xfrm>
              <a:off x="10971195" y="5202569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トレーニング</a:t>
              </a:r>
            </a:p>
          </p:txBody>
        </p:sp>
      </p:grp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09CB0648-4298-C2CE-5146-939ADE44079F}"/>
              </a:ext>
            </a:extLst>
          </p:cNvPr>
          <p:cNvGrpSpPr/>
          <p:nvPr/>
        </p:nvGrpSpPr>
        <p:grpSpPr>
          <a:xfrm>
            <a:off x="10961896" y="6103393"/>
            <a:ext cx="1062707" cy="253916"/>
            <a:chOff x="10971195" y="6442147"/>
            <a:chExt cx="1062707" cy="253916"/>
          </a:xfrm>
        </p:grpSpPr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04D4B021-4681-8527-3A99-C1FB0D7AB0D1}"/>
                </a:ext>
              </a:extLst>
            </p:cNvPr>
            <p:cNvSpPr/>
            <p:nvPr/>
          </p:nvSpPr>
          <p:spPr>
            <a:xfrm>
              <a:off x="10971195" y="6455275"/>
              <a:ext cx="1053408" cy="185838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3A5B708-A214-1F45-F6DE-0BE0F758B65E}"/>
                </a:ext>
              </a:extLst>
            </p:cNvPr>
            <p:cNvSpPr txBox="1"/>
            <p:nvPr/>
          </p:nvSpPr>
          <p:spPr>
            <a:xfrm>
              <a:off x="10972495" y="6442147"/>
              <a:ext cx="106140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QR</a:t>
              </a:r>
              <a:r>
                <a:rPr lang="ja-JP" altLang="en-US" sz="1050" dirty="0">
                  <a:solidFill>
                    <a:schemeClr val="bg1"/>
                  </a:solidFill>
                  <a:latin typeface="LINE Seed JP App_OTF Regular" panose="02020500000000000000" pitchFamily="18" charset="-128"/>
                  <a:ea typeface="LINE Seed JP App_OTF Regular" panose="02020500000000000000" pitchFamily="18" charset="-128"/>
                </a:rPr>
                <a:t>コード</a:t>
              </a:r>
              <a:endParaRPr kumimoji="1" lang="ja-JP" altLang="en-US" sz="1050" dirty="0">
                <a:solidFill>
                  <a:schemeClr val="bg1"/>
                </a:solidFill>
                <a:latin typeface="LINE Seed JP App_OTF Regular" panose="02020500000000000000" pitchFamily="18" charset="-128"/>
                <a:ea typeface="LINE Seed JP App_OTF Regular" panose="02020500000000000000" pitchFamily="18" charset="-128"/>
              </a:endParaRPr>
            </a:p>
          </p:txBody>
        </p:sp>
      </p:grp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A05FB8-102F-CA97-FFA8-50E8BFEB4E77}"/>
              </a:ext>
            </a:extLst>
          </p:cNvPr>
          <p:cNvSpPr/>
          <p:nvPr/>
        </p:nvSpPr>
        <p:spPr>
          <a:xfrm>
            <a:off x="0" y="1297323"/>
            <a:ext cx="975603" cy="8607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star_windup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A8D090-E843-F17E-D39B-D38C9CF4185A}"/>
              </a:ext>
            </a:extLst>
          </p:cNvPr>
          <p:cNvSpPr/>
          <p:nvPr/>
        </p:nvSpPr>
        <p:spPr>
          <a:xfrm>
            <a:off x="2830286" y="1554819"/>
            <a:ext cx="823954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star_early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EAE8A62-78F2-95D6-AD1C-B38FE82502B6}"/>
              </a:ext>
            </a:extLst>
          </p:cNvPr>
          <p:cNvSpPr/>
          <p:nvPr/>
        </p:nvSpPr>
        <p:spPr>
          <a:xfrm>
            <a:off x="5774337" y="1563528"/>
            <a:ext cx="757092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star_late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FBC57157-827F-5BC9-984E-3C1F4717ABBD}"/>
              </a:ext>
            </a:extLst>
          </p:cNvPr>
          <p:cNvSpPr/>
          <p:nvPr/>
        </p:nvSpPr>
        <p:spPr>
          <a:xfrm>
            <a:off x="8240904" y="1575048"/>
            <a:ext cx="1139943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star_acceleration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23214B35-2C92-1EA3-235C-D46DD7A16CD5}"/>
              </a:ext>
            </a:extLst>
          </p:cNvPr>
          <p:cNvSpPr/>
          <p:nvPr/>
        </p:nvSpPr>
        <p:spPr>
          <a:xfrm>
            <a:off x="11027459" y="1670843"/>
            <a:ext cx="867685" cy="6206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star_follow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AF224F3-3D6A-DA30-0444-8BEE59121C77}"/>
              </a:ext>
            </a:extLst>
          </p:cNvPr>
          <p:cNvSpPr/>
          <p:nvPr/>
        </p:nvSpPr>
        <p:spPr>
          <a:xfrm>
            <a:off x="8208552" y="5019667"/>
            <a:ext cx="2503293" cy="16385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comment_box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8A2CD06-677C-6100-798D-D89E0395545D}"/>
              </a:ext>
            </a:extLst>
          </p:cNvPr>
          <p:cNvSpPr/>
          <p:nvPr/>
        </p:nvSpPr>
        <p:spPr>
          <a:xfrm>
            <a:off x="10961896" y="5057276"/>
            <a:ext cx="1061407" cy="99116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qr_box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48BF83E4-5E09-A444-592D-B07DC59AD3A1}"/>
              </a:ext>
            </a:extLst>
          </p:cNvPr>
          <p:cNvSpPr/>
          <p:nvPr/>
        </p:nvSpPr>
        <p:spPr>
          <a:xfrm>
            <a:off x="5746463" y="6119850"/>
            <a:ext cx="1509344" cy="4600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 err="1">
                <a:solidFill>
                  <a:schemeClr val="tx1"/>
                </a:solidFill>
              </a:rPr>
              <a:t>total_score_box</a:t>
            </a:r>
            <a:endParaRPr kumimoji="1" lang="ja-JP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A5FD975A-1E92-7AFC-3C46-70B456485D06}"/>
              </a:ext>
            </a:extLst>
          </p:cNvPr>
          <p:cNvSpPr/>
          <p:nvPr/>
        </p:nvSpPr>
        <p:spPr>
          <a:xfrm>
            <a:off x="8131924" y="4849435"/>
            <a:ext cx="2661986" cy="190841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4FABA239-897E-C1E1-E1F5-81983EF6DA88}"/>
              </a:ext>
            </a:extLst>
          </p:cNvPr>
          <p:cNvSpPr txBox="1"/>
          <p:nvPr/>
        </p:nvSpPr>
        <p:spPr>
          <a:xfrm>
            <a:off x="8425155" y="4576939"/>
            <a:ext cx="20700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【</a:t>
            </a:r>
            <a:r>
              <a:rPr kumimoji="1" lang="ja-JP" altLang="en-US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フォーム評価コメント</a:t>
            </a:r>
            <a:r>
              <a:rPr kumimoji="1" lang="en-US" altLang="ja-JP" sz="1200" dirty="0">
                <a:latin typeface="LINE Seed JP App_OTF Regular" panose="02020500000000000000" pitchFamily="18" charset="-128"/>
                <a:ea typeface="LINE Seed JP App_OTF Regular" panose="02020500000000000000" pitchFamily="18" charset="-128"/>
              </a:rPr>
              <a:t>】</a:t>
            </a:r>
            <a:endParaRPr kumimoji="1" lang="ja-JP" altLang="en-US" sz="1200" dirty="0">
              <a:latin typeface="LINE Seed JP App_OTF Regular" panose="02020500000000000000" pitchFamily="18" charset="-128"/>
              <a:ea typeface="LINE Seed JP App_OTF Regular" panose="020205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705849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101</Words>
  <Application>Microsoft Office PowerPoint</Application>
  <PresentationFormat>ワイド画面</PresentationFormat>
  <Paragraphs>57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LINE Seed JP App_OTF Bold</vt:lpstr>
      <vt:lpstr>LINE Seed JP App_OTF Regular</vt:lpstr>
      <vt:lpstr>LINE Seed JP_OTF Bold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翔平 藤井</dc:creator>
  <cp:lastModifiedBy>翔平 藤井</cp:lastModifiedBy>
  <cp:revision>1</cp:revision>
  <dcterms:created xsi:type="dcterms:W3CDTF">2026-04-20T06:38:33Z</dcterms:created>
  <dcterms:modified xsi:type="dcterms:W3CDTF">2026-05-01T09:13:49Z</dcterms:modified>
</cp:coreProperties>
</file>