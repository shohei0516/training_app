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C1559C-E6E1-4199-9EDD-4DF58205EED4}" v="5" dt="2026-05-07T04:17:58.5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翔平 藤井" userId="aff9933db04c8107" providerId="LiveId" clId="{39593A4F-3DA1-4995-B3B0-7DC9AF704628}"/>
    <pc:docChg chg="undo custSel modSld">
      <pc:chgData name="翔平 藤井" userId="aff9933db04c8107" providerId="LiveId" clId="{39593A4F-3DA1-4995-B3B0-7DC9AF704628}" dt="2026-05-07T04:24:30.013" v="754" actId="1035"/>
      <pc:docMkLst>
        <pc:docMk/>
      </pc:docMkLst>
      <pc:sldChg chg="addSp delSp modSp mod">
        <pc:chgData name="翔平 藤井" userId="aff9933db04c8107" providerId="LiveId" clId="{39593A4F-3DA1-4995-B3B0-7DC9AF704628}" dt="2026-05-07T04:24:30.013" v="754" actId="1035"/>
        <pc:sldMkLst>
          <pc:docMk/>
          <pc:sldMk cId="3370584964" sldId="257"/>
        </pc:sldMkLst>
        <pc:spChg chg="add mod">
          <ac:chgData name="翔平 藤井" userId="aff9933db04c8107" providerId="LiveId" clId="{39593A4F-3DA1-4995-B3B0-7DC9AF704628}" dt="2026-05-07T04:17:19.578" v="670" actId="14100"/>
          <ac:spMkLst>
            <pc:docMk/>
            <pc:sldMk cId="3370584964" sldId="257"/>
            <ac:spMk id="4" creationId="{1AF224F3-3D6A-DA30-0444-8BEE59121C77}"/>
          </ac:spMkLst>
        </pc:spChg>
        <pc:spChg chg="add mod">
          <ac:chgData name="翔平 藤井" userId="aff9933db04c8107" providerId="LiveId" clId="{39593A4F-3DA1-4995-B3B0-7DC9AF704628}" dt="2026-05-01T09:07:25.206" v="368" actId="1036"/>
          <ac:spMkLst>
            <pc:docMk/>
            <pc:sldMk cId="3370584964" sldId="257"/>
            <ac:spMk id="5" creationId="{6CA05FB8-102F-CA97-FFA8-50E8BFEB4E77}"/>
          </ac:spMkLst>
        </pc:spChg>
        <pc:spChg chg="add mod">
          <ac:chgData name="翔平 藤井" userId="aff9933db04c8107" providerId="LiveId" clId="{39593A4F-3DA1-4995-B3B0-7DC9AF704628}" dt="2026-05-01T09:07:32.725" v="382" actId="1036"/>
          <ac:spMkLst>
            <pc:docMk/>
            <pc:sldMk cId="3370584964" sldId="257"/>
            <ac:spMk id="6" creationId="{E9A8D090-E843-F17E-D39B-D38C9CF4185A}"/>
          </ac:spMkLst>
        </pc:spChg>
        <pc:spChg chg="mod">
          <ac:chgData name="翔平 藤井" userId="aff9933db04c8107" providerId="LiveId" clId="{39593A4F-3DA1-4995-B3B0-7DC9AF704628}" dt="2026-04-25T02:54:24.398" v="225" actId="1035"/>
          <ac:spMkLst>
            <pc:docMk/>
            <pc:sldMk cId="3370584964" sldId="257"/>
            <ac:spMk id="8" creationId="{74E84DDF-95A9-1FF2-1E33-5AFD5EAEE10C}"/>
          </ac:spMkLst>
        </pc:spChg>
        <pc:spChg chg="add mod">
          <ac:chgData name="翔平 藤井" userId="aff9933db04c8107" providerId="LiveId" clId="{39593A4F-3DA1-4995-B3B0-7DC9AF704628}" dt="2026-05-07T04:21:31.979" v="705" actId="1036"/>
          <ac:spMkLst>
            <pc:docMk/>
            <pc:sldMk cId="3370584964" sldId="257"/>
            <ac:spMk id="13" creationId="{18A2CD06-677C-6100-798D-D89E0395545D}"/>
          </ac:spMkLst>
        </pc:spChg>
        <pc:spChg chg="add mod">
          <ac:chgData name="翔平 藤井" userId="aff9933db04c8107" providerId="LiveId" clId="{39593A4F-3DA1-4995-B3B0-7DC9AF704628}" dt="2026-05-07T04:21:20.959" v="698" actId="1076"/>
          <ac:spMkLst>
            <pc:docMk/>
            <pc:sldMk cId="3370584964" sldId="257"/>
            <ac:spMk id="14" creationId="{48BF83E4-5E09-A444-592D-B07DC59AD3A1}"/>
          </ac:spMkLst>
        </pc:spChg>
        <pc:spChg chg="mod">
          <ac:chgData name="翔平 藤井" userId="aff9933db04c8107" providerId="LiveId" clId="{39593A4F-3DA1-4995-B3B0-7DC9AF704628}" dt="2026-05-07T04:24:19.069" v="732" actId="207"/>
          <ac:spMkLst>
            <pc:docMk/>
            <pc:sldMk cId="3370584964" sldId="257"/>
            <ac:spMk id="15" creationId="{1D23F4B0-B2F7-5B6F-20F7-28F6612870CD}"/>
          </ac:spMkLst>
        </pc:spChg>
        <pc:spChg chg="mod">
          <ac:chgData name="翔平 藤井" userId="aff9933db04c8107" providerId="LiveId" clId="{39593A4F-3DA1-4995-B3B0-7DC9AF704628}" dt="2026-05-07T04:24:19.069" v="732" actId="207"/>
          <ac:spMkLst>
            <pc:docMk/>
            <pc:sldMk cId="3370584964" sldId="257"/>
            <ac:spMk id="16" creationId="{59A38C6A-B0A7-2310-70DC-1B2811576A7F}"/>
          </ac:spMkLst>
        </pc:spChg>
        <pc:spChg chg="mod">
          <ac:chgData name="翔平 藤井" userId="aff9933db04c8107" providerId="LiveId" clId="{39593A4F-3DA1-4995-B3B0-7DC9AF704628}" dt="2026-05-07T04:24:19.069" v="732" actId="207"/>
          <ac:spMkLst>
            <pc:docMk/>
            <pc:sldMk cId="3370584964" sldId="257"/>
            <ac:spMk id="17" creationId="{919E8A92-8CAB-B7FA-A2F2-0E1D5DDC3255}"/>
          </ac:spMkLst>
        </pc:spChg>
        <pc:spChg chg="mod">
          <ac:chgData name="翔平 藤井" userId="aff9933db04c8107" providerId="LiveId" clId="{39593A4F-3DA1-4995-B3B0-7DC9AF704628}" dt="2026-05-07T04:24:19.069" v="732" actId="207"/>
          <ac:spMkLst>
            <pc:docMk/>
            <pc:sldMk cId="3370584964" sldId="257"/>
            <ac:spMk id="18" creationId="{6944BE08-44B7-23CE-2DF1-FACC5C625792}"/>
          </ac:spMkLst>
        </pc:spChg>
        <pc:spChg chg="mod">
          <ac:chgData name="翔平 藤井" userId="aff9933db04c8107" providerId="LiveId" clId="{39593A4F-3DA1-4995-B3B0-7DC9AF704628}" dt="2026-05-07T04:24:19.069" v="732" actId="207"/>
          <ac:spMkLst>
            <pc:docMk/>
            <pc:sldMk cId="3370584964" sldId="257"/>
            <ac:spMk id="19" creationId="{ABC9C3E4-53F6-648C-9A04-56742113FA41}"/>
          </ac:spMkLst>
        </pc:spChg>
        <pc:spChg chg="mod topLvl">
          <ac:chgData name="翔平 藤井" userId="aff9933db04c8107" providerId="LiveId" clId="{39593A4F-3DA1-4995-B3B0-7DC9AF704628}" dt="2026-05-07T04:18:03.910" v="685" actId="1076"/>
          <ac:spMkLst>
            <pc:docMk/>
            <pc:sldMk cId="3370584964" sldId="257"/>
            <ac:spMk id="20" creationId="{5EFC094E-5B3C-3A95-ED7D-FD8FA80E32D5}"/>
          </ac:spMkLst>
        </pc:spChg>
        <pc:spChg chg="mod topLvl">
          <ac:chgData name="翔平 藤井" userId="aff9933db04c8107" providerId="LiveId" clId="{39593A4F-3DA1-4995-B3B0-7DC9AF704628}" dt="2026-05-07T04:18:15.741" v="692" actId="1035"/>
          <ac:spMkLst>
            <pc:docMk/>
            <pc:sldMk cId="3370584964" sldId="257"/>
            <ac:spMk id="21" creationId="{04D4B021-4681-8527-3A99-C1FB0D7AB0D1}"/>
          </ac:spMkLst>
        </pc:spChg>
        <pc:spChg chg="mod topLvl">
          <ac:chgData name="翔平 藤井" userId="aff9933db04c8107" providerId="LiveId" clId="{39593A4F-3DA1-4995-B3B0-7DC9AF704628}" dt="2026-05-07T04:17:58.590" v="684" actId="338"/>
          <ac:spMkLst>
            <pc:docMk/>
            <pc:sldMk cId="3370584964" sldId="257"/>
            <ac:spMk id="22" creationId="{E013BFC2-C706-5C9C-36A8-52E3DC34EB89}"/>
          </ac:spMkLst>
        </pc:spChg>
        <pc:spChg chg="mod topLvl">
          <ac:chgData name="翔平 藤井" userId="aff9933db04c8107" providerId="LiveId" clId="{39593A4F-3DA1-4995-B3B0-7DC9AF704628}" dt="2026-05-07T04:17:39.306" v="676" actId="164"/>
          <ac:spMkLst>
            <pc:docMk/>
            <pc:sldMk cId="3370584964" sldId="257"/>
            <ac:spMk id="23" creationId="{83A5B708-A214-1F45-F6DE-0BE0F758B65E}"/>
          </ac:spMkLst>
        </pc:spChg>
        <pc:spChg chg="add mod">
          <ac:chgData name="翔平 藤井" userId="aff9933db04c8107" providerId="LiveId" clId="{39593A4F-3DA1-4995-B3B0-7DC9AF704628}" dt="2026-05-01T09:07:38.149" v="395" actId="1036"/>
          <ac:spMkLst>
            <pc:docMk/>
            <pc:sldMk cId="3370584964" sldId="257"/>
            <ac:spMk id="24" creationId="{FEAE8A62-78F2-95D6-AD1C-B38FE82502B6}"/>
          </ac:spMkLst>
        </pc:spChg>
        <pc:spChg chg="add mod">
          <ac:chgData name="翔平 藤井" userId="aff9933db04c8107" providerId="LiveId" clId="{39593A4F-3DA1-4995-B3B0-7DC9AF704628}" dt="2026-05-01T09:07:42.517" v="408" actId="1036"/>
          <ac:spMkLst>
            <pc:docMk/>
            <pc:sldMk cId="3370584964" sldId="257"/>
            <ac:spMk id="25" creationId="{FBC57157-827F-5BC9-984E-3C1F4717ABBD}"/>
          </ac:spMkLst>
        </pc:spChg>
        <pc:spChg chg="add mod">
          <ac:chgData name="翔平 藤井" userId="aff9933db04c8107" providerId="LiveId" clId="{39593A4F-3DA1-4995-B3B0-7DC9AF704628}" dt="2026-05-01T09:07:47.530" v="427" actId="1036"/>
          <ac:spMkLst>
            <pc:docMk/>
            <pc:sldMk cId="3370584964" sldId="257"/>
            <ac:spMk id="26" creationId="{23214B35-2C92-1EA3-235C-D46DD7A16CD5}"/>
          </ac:spMkLst>
        </pc:spChg>
        <pc:spChg chg="add mod">
          <ac:chgData name="翔平 藤井" userId="aff9933db04c8107" providerId="LiveId" clId="{39593A4F-3DA1-4995-B3B0-7DC9AF704628}" dt="2026-05-07T04:17:13.097" v="667" actId="14100"/>
          <ac:spMkLst>
            <pc:docMk/>
            <pc:sldMk cId="3370584964" sldId="257"/>
            <ac:spMk id="27" creationId="{A5FD975A-1E92-7AFC-3C46-70B456485D06}"/>
          </ac:spMkLst>
        </pc:spChg>
        <pc:spChg chg="add mod">
          <ac:chgData name="翔平 藤井" userId="aff9933db04c8107" providerId="LiveId" clId="{39593A4F-3DA1-4995-B3B0-7DC9AF704628}" dt="2026-05-07T04:17:04.921" v="664" actId="1076"/>
          <ac:spMkLst>
            <pc:docMk/>
            <pc:sldMk cId="3370584964" sldId="257"/>
            <ac:spMk id="28" creationId="{4FABA239-897E-C1E1-E1F5-81983EF6DA88}"/>
          </ac:spMkLst>
        </pc:spChg>
        <pc:grpChg chg="add del mod ord">
          <ac:chgData name="翔平 藤井" userId="aff9933db04c8107" providerId="LiveId" clId="{39593A4F-3DA1-4995-B3B0-7DC9AF704628}" dt="2026-05-07T04:13:27.176" v="637" actId="165"/>
          <ac:grpSpMkLst>
            <pc:docMk/>
            <pc:sldMk cId="3370584964" sldId="257"/>
            <ac:grpSpMk id="2" creationId="{77EE6FE6-B74D-F03B-28EF-A9B76FB85E15}"/>
          </ac:grpSpMkLst>
        </pc:grpChg>
        <pc:grpChg chg="add del mod">
          <ac:chgData name="翔平 藤井" userId="aff9933db04c8107" providerId="LiveId" clId="{39593A4F-3DA1-4995-B3B0-7DC9AF704628}" dt="2026-05-07T04:13:34.228" v="639" actId="165"/>
          <ac:grpSpMkLst>
            <pc:docMk/>
            <pc:sldMk cId="3370584964" sldId="257"/>
            <ac:grpSpMk id="12" creationId="{09CB0648-4298-C2CE-5146-939ADE44079F}"/>
          </ac:grpSpMkLst>
        </pc:grpChg>
        <pc:grpChg chg="add mod">
          <ac:chgData name="翔平 藤井" userId="aff9933db04c8107" providerId="LiveId" clId="{39593A4F-3DA1-4995-B3B0-7DC9AF704628}" dt="2026-05-07T04:17:39.306" v="676" actId="164"/>
          <ac:grpSpMkLst>
            <pc:docMk/>
            <pc:sldMk cId="3370584964" sldId="257"/>
            <ac:grpSpMk id="29" creationId="{2DBBE8BD-38C8-F304-4792-194EA92A8626}"/>
          </ac:grpSpMkLst>
        </pc:grpChg>
        <pc:grpChg chg="add mod">
          <ac:chgData name="翔平 藤井" userId="aff9933db04c8107" providerId="LiveId" clId="{39593A4F-3DA1-4995-B3B0-7DC9AF704628}" dt="2026-05-07T04:18:06.932" v="686" actId="1076"/>
          <ac:grpSpMkLst>
            <pc:docMk/>
            <pc:sldMk cId="3370584964" sldId="257"/>
            <ac:grpSpMk id="30" creationId="{7AC2665F-1E83-218A-7096-EA927ECDA183}"/>
          </ac:grpSpMkLst>
        </pc:grpChg>
        <pc:graphicFrameChg chg="mod modGraphic">
          <ac:chgData name="翔平 藤井" userId="aff9933db04c8107" providerId="LiveId" clId="{39593A4F-3DA1-4995-B3B0-7DC9AF704628}" dt="2026-05-07T04:24:30.013" v="754" actId="1035"/>
          <ac:graphicFrameMkLst>
            <pc:docMk/>
            <pc:sldMk cId="3370584964" sldId="257"/>
            <ac:graphicFrameMk id="9" creationId="{7DFB7D11-BB2C-B33F-8E17-ED664ED5C331}"/>
          </ac:graphicFrameMkLst>
        </pc:graphicFrameChg>
        <pc:graphicFrameChg chg="mod modGraphic">
          <ac:chgData name="翔平 藤井" userId="aff9933db04c8107" providerId="LiveId" clId="{39593A4F-3DA1-4995-B3B0-7DC9AF704628}" dt="2026-05-07T04:24:30.013" v="754" actId="1035"/>
          <ac:graphicFrameMkLst>
            <pc:docMk/>
            <pc:sldMk cId="3370584964" sldId="257"/>
            <ac:graphicFrameMk id="10" creationId="{9449DBCA-7BE8-25FB-79DD-C10EE878FCA0}"/>
          </ac:graphicFrameMkLst>
        </pc:graphicFrameChg>
        <pc:graphicFrameChg chg="mod modGraphic">
          <ac:chgData name="翔平 藤井" userId="aff9933db04c8107" providerId="LiveId" clId="{39593A4F-3DA1-4995-B3B0-7DC9AF704628}" dt="2026-05-07T04:21:24.926" v="699" actId="1076"/>
          <ac:graphicFrameMkLst>
            <pc:docMk/>
            <pc:sldMk cId="3370584964" sldId="257"/>
            <ac:graphicFrameMk id="11" creationId="{25FC2930-57F5-6332-7345-ACD2F0BEC265}"/>
          </ac:graphicFrameMkLst>
        </pc:graphicFrameChg>
        <pc:picChg chg="mod">
          <ac:chgData name="翔平 藤井" userId="aff9933db04c8107" providerId="LiveId" clId="{39593A4F-3DA1-4995-B3B0-7DC9AF704628}" dt="2026-05-07T04:24:01.959" v="706" actId="14100"/>
          <ac:picMkLst>
            <pc:docMk/>
            <pc:sldMk cId="3370584964" sldId="257"/>
            <ac:picMk id="3" creationId="{9ED94D4C-95A4-FCA1-0779-90972082A4F6}"/>
          </ac:picMkLst>
        </pc:picChg>
        <pc:picChg chg="mod">
          <ac:chgData name="翔平 藤井" userId="aff9933db04c8107" providerId="LiveId" clId="{39593A4F-3DA1-4995-B3B0-7DC9AF704628}" dt="2026-04-25T02:54:16.702" v="208" actId="1035"/>
          <ac:picMkLst>
            <pc:docMk/>
            <pc:sldMk cId="3370584964" sldId="257"/>
            <ac:picMk id="7" creationId="{BD2DBC30-99B1-E802-1882-9717E76E30B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4F6E75-F879-41AF-8D00-EE6C1DCFDD5C}" type="datetimeFigureOut">
              <a:rPr kumimoji="1" lang="ja-JP" altLang="en-US" smtClean="0"/>
              <a:t>2026/5/7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0FBCFE-7494-42E2-A137-BEFD836C2CF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048932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0FBCFE-7494-42E2-A137-BEFD836C2CF0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751817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580C457-4741-964A-A81D-6CFD55C138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6E486E1-372E-30BA-A5D9-60417CF3B7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895F4B1-6866-EC1B-FE88-E87C33100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FA0F8-B6F8-44A5-9726-8C6E186FB66E}" type="datetimeFigureOut">
              <a:rPr kumimoji="1" lang="ja-JP" altLang="en-US" smtClean="0"/>
              <a:t>2026/5/7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A75101A-E530-EF22-DED3-19C596E55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5EE0593-5424-85E9-9C4C-8637947F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251EB-7DFF-47CA-BDC0-AE80431842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3484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D6C113A-B151-DE4C-7A5B-4AFE0B124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957602B-6CA6-EF38-57A5-F027775153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95C8DE3-B6D2-DEB8-903D-06DE0A606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FA0F8-B6F8-44A5-9726-8C6E186FB66E}" type="datetimeFigureOut">
              <a:rPr kumimoji="1" lang="ja-JP" altLang="en-US" smtClean="0"/>
              <a:t>2026/5/7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BB79AB9-8B8B-17F4-9093-6ACA250AD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EA2F502-A5CA-9D10-3CB0-7BB2564FF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251EB-7DFF-47CA-BDC0-AE80431842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3153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763E0F-101E-E44F-0CA3-145B1AE9C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CF01FFF-0B33-4539-5722-213E8006F1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817EA5D-805A-502B-FE66-36B2A1FF3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FA0F8-B6F8-44A5-9726-8C6E186FB66E}" type="datetimeFigureOut">
              <a:rPr kumimoji="1" lang="ja-JP" altLang="en-US" smtClean="0"/>
              <a:t>2026/5/7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D2640C7-3660-8E7D-8AD4-0D42E8CB6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1547C7F-4A7F-6BC2-7E41-7576B5A5C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251EB-7DFF-47CA-BDC0-AE80431842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524663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1E90C20-BF8B-22E7-2841-23D723752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8437256-E435-F533-D9D2-AB3E7F6984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9FB78C3-7255-5F39-3840-CC65AAEC2E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9D116AC-0F04-67A8-352C-22595093E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FA0F8-B6F8-44A5-9726-8C6E186FB66E}" type="datetimeFigureOut">
              <a:rPr kumimoji="1" lang="ja-JP" altLang="en-US" smtClean="0"/>
              <a:t>2026/5/7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9C16981-DA89-371E-46FA-E57D77F53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AEA2604-402A-F98E-9605-EB5C4F47B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251EB-7DFF-47CA-BDC0-AE80431842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198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6A71ED-7256-4C0E-EAFF-78215FE58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AA4B5C1-F935-3ED9-368C-1314A01D19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8E49691-925D-FDDF-F675-FA78AFF2A4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94A071D-6680-09DA-1F6A-79321C413D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3496CB2-0AB1-B15F-EFEE-7016706359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D30D05C-4661-BF29-9F98-EC2108DEA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FA0F8-B6F8-44A5-9726-8C6E186FB66E}" type="datetimeFigureOut">
              <a:rPr kumimoji="1" lang="ja-JP" altLang="en-US" smtClean="0"/>
              <a:t>2026/5/7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B78F702F-064F-9E6A-A04A-676A34E68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4FFF81F-15EA-7614-F26B-655264FE9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251EB-7DFF-47CA-BDC0-AE80431842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7375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0BF31AB-7BE3-1721-9FB4-2DC2BC6B5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4EEF08B-5772-7DAE-7993-F8C562FFD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FA0F8-B6F8-44A5-9726-8C6E186FB66E}" type="datetimeFigureOut">
              <a:rPr kumimoji="1" lang="ja-JP" altLang="en-US" smtClean="0"/>
              <a:t>2026/5/7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38F9C8E-6D58-D1A2-359D-1D24BAB82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B37DC72-F109-B82F-F0C0-80FC2F924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251EB-7DFF-47CA-BDC0-AE80431842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3481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B96ACFA-1C13-8658-6423-E787E082A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FA0F8-B6F8-44A5-9726-8C6E186FB66E}" type="datetimeFigureOut">
              <a:rPr kumimoji="1" lang="ja-JP" altLang="en-US" smtClean="0"/>
              <a:t>2026/5/7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66CD814-680B-DEAC-35DA-D802D7D94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9BF3794-166F-2519-66E4-E5E56E505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251EB-7DFF-47CA-BDC0-AE80431842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45109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B122BF9-0049-0FB2-E9BC-143484FC6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0CFE230-288F-9685-A22E-0C3CA65C32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33EF2AB-7EF4-DB0A-2FCA-F4D296AAE9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0883DC1-0130-43C9-9A10-54107EE24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FA0F8-B6F8-44A5-9726-8C6E186FB66E}" type="datetimeFigureOut">
              <a:rPr kumimoji="1" lang="ja-JP" altLang="en-US" smtClean="0"/>
              <a:t>2026/5/7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D85C537-E1E4-99C7-9D4C-205E95E8F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7EE69AF-5A4D-8BB0-C717-E6F341890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251EB-7DFF-47CA-BDC0-AE80431842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8254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190FB6-3327-AC15-D57F-6C7AA1C61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04E97F8-152C-39DA-E079-5923A79336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F0BEEE9-EEA6-BE38-FF2E-66875DF9A6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CEE2967-887E-48AF-6718-D42D1E6B9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FA0F8-B6F8-44A5-9726-8C6E186FB66E}" type="datetimeFigureOut">
              <a:rPr kumimoji="1" lang="ja-JP" altLang="en-US" smtClean="0"/>
              <a:t>2026/5/7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6DFDE9E-DE18-98AF-7E5B-52AC7C787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097B05A-2E48-8C62-4AD1-3ECC6E4C6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251EB-7DFF-47CA-BDC0-AE80431842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78287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F56CFA5-6EA2-28AD-39CF-81927341F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532FA1B-65C4-57FB-305F-8E22B4098C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96B8B2C-CC46-B936-5B76-8884699DE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FA0F8-B6F8-44A5-9726-8C6E186FB66E}" type="datetimeFigureOut">
              <a:rPr kumimoji="1" lang="ja-JP" altLang="en-US" smtClean="0"/>
              <a:t>2026/5/7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7967DC6-8144-8740-B226-19D3E4E90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1D0FDED-DCAB-80BC-C4E0-B0BA28D42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251EB-7DFF-47CA-BDC0-AE80431842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78867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CB004D2-C09D-78FD-CB05-BD26A0F8E6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FC0B432-54A2-2142-973C-49DCF19C59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85A3A9F-582F-D418-D6E2-C39F2CDC9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FA0F8-B6F8-44A5-9726-8C6E186FB66E}" type="datetimeFigureOut">
              <a:rPr kumimoji="1" lang="ja-JP" altLang="en-US" smtClean="0"/>
              <a:t>2026/5/7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F5B26D5-18EB-2478-B0AD-74055AD15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00FCEBD-56AF-E10F-0F0A-8111401A7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251EB-7DFF-47CA-BDC0-AE80431842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3420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BBAE14D-8375-3E8E-A442-A0231E4CC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EAC177F-D37C-506F-56CC-4557AFEE71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CFF3E4D-0669-A55E-B2FD-57C954203B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CFA0F8-B6F8-44A5-9726-8C6E186FB66E}" type="datetimeFigureOut">
              <a:rPr kumimoji="1" lang="ja-JP" altLang="en-US" smtClean="0"/>
              <a:t>2026/5/7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52C0459-9AAF-2640-5D77-D7909CA996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A471515-F108-992B-AF98-409D1C8044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8251EB-7DFF-47CA-BDC0-AE80431842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1750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9ED94D4C-95A4-FCA1-0779-90972082A4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16993"/>
            <a:ext cx="12201427" cy="2294238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BD2DBC30-99B1-E802-1882-9717E76E30B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190" t="27936" r="25344" b="33334"/>
          <a:stretch>
            <a:fillRect/>
          </a:stretch>
        </p:blipFill>
        <p:spPr>
          <a:xfrm>
            <a:off x="5054079" y="10328"/>
            <a:ext cx="2083842" cy="1110169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4E84DDF-95A9-1FF2-1E33-5AFD5EAEE10C}"/>
              </a:ext>
            </a:extLst>
          </p:cNvPr>
          <p:cNvSpPr txBox="1"/>
          <p:nvPr/>
        </p:nvSpPr>
        <p:spPr>
          <a:xfrm>
            <a:off x="1447797" y="1090435"/>
            <a:ext cx="9296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200" b="1" dirty="0">
                <a:latin typeface="LINE Seed JP App_OTF Bold" panose="02020700000000000000" pitchFamily="18" charset="-128"/>
                <a:ea typeface="LINE Seed JP App_OTF Bold" panose="02020700000000000000" pitchFamily="18" charset="-128"/>
              </a:rPr>
              <a:t>Pitching Motion Analysis Report &amp; Training Program</a:t>
            </a:r>
            <a:endParaRPr kumimoji="1" lang="ja-JP" altLang="en-US" sz="1200" dirty="0">
              <a:latin typeface="LINE Seed JP App_OTF Bold" panose="02020700000000000000" pitchFamily="18" charset="-128"/>
              <a:ea typeface="LINE Seed JP App_OTF Bold" panose="02020700000000000000" pitchFamily="18" charset="-128"/>
            </a:endParaRPr>
          </a:p>
        </p:txBody>
      </p:sp>
      <p:graphicFrame>
        <p:nvGraphicFramePr>
          <p:cNvPr id="9" name="表 8">
            <a:extLst>
              <a:ext uri="{FF2B5EF4-FFF2-40B4-BE49-F238E27FC236}">
                <a16:creationId xmlns:a16="http://schemas.microsoft.com/office/drawing/2014/main" id="{7DFB7D11-BB2C-B33F-8E17-ED664ED5C3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5441075"/>
              </p:ext>
            </p:extLst>
          </p:nvPr>
        </p:nvGraphicFramePr>
        <p:xfrm>
          <a:off x="167397" y="4133611"/>
          <a:ext cx="3411826" cy="2103112"/>
        </p:xfrm>
        <a:graphic>
          <a:graphicData uri="http://schemas.openxmlformats.org/drawingml/2006/table">
            <a:tbl>
              <a:tblPr/>
              <a:tblGrid>
                <a:gridCol w="1263566">
                  <a:extLst>
                    <a:ext uri="{9D8B030D-6E8A-4147-A177-3AD203B41FA5}">
                      <a16:colId xmlns:a16="http://schemas.microsoft.com/office/drawing/2014/main" val="2153101285"/>
                    </a:ext>
                  </a:extLst>
                </a:gridCol>
                <a:gridCol w="1468991">
                  <a:extLst>
                    <a:ext uri="{9D8B030D-6E8A-4147-A177-3AD203B41FA5}">
                      <a16:colId xmlns:a16="http://schemas.microsoft.com/office/drawing/2014/main" val="3630679620"/>
                    </a:ext>
                  </a:extLst>
                </a:gridCol>
                <a:gridCol w="679269">
                  <a:extLst>
                    <a:ext uri="{9D8B030D-6E8A-4147-A177-3AD203B41FA5}">
                      <a16:colId xmlns:a16="http://schemas.microsoft.com/office/drawing/2014/main" val="2015295672"/>
                    </a:ext>
                  </a:extLst>
                </a:gridCol>
              </a:tblGrid>
              <a:tr h="26288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ja-JP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LINE Seed JP_OTF Bold" panose="02020700000000000000" pitchFamily="18" charset="-128"/>
                          <a:ea typeface="LINE Seed JP_OTF Bold" panose="02020700000000000000" pitchFamily="18" charset="-128"/>
                        </a:rPr>
                        <a:t>phase</a:t>
                      </a:r>
                      <a:endParaRPr lang="ja-JP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LINE Seed JP_OTF Bold" panose="02020700000000000000" pitchFamily="18" charset="-128"/>
                        <a:ea typeface="LINE Seed JP_OTF Bold" panose="02020700000000000000" pitchFamily="18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ja-JP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LINE Seed JP_OTF Bold" panose="02020700000000000000" pitchFamily="18" charset="-128"/>
                          <a:ea typeface="LINE Seed JP_OTF Bold" panose="02020700000000000000" pitchFamily="18" charset="-128"/>
                        </a:rPr>
                        <a:t>checkpoint</a:t>
                      </a:r>
                      <a:endParaRPr lang="ja-JP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LINE Seed JP_OTF Bold" panose="02020700000000000000" pitchFamily="18" charset="-128"/>
                        <a:ea typeface="LINE Seed JP_OTF Bold" panose="02020700000000000000" pitchFamily="18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LINE Seed JP_OTF Bold" panose="02020700000000000000" pitchFamily="18" charset="-128"/>
                          <a:ea typeface="LINE Seed JP_OTF Bold" panose="02020700000000000000" pitchFamily="18" charset="-128"/>
                        </a:rPr>
                        <a:t>score</a:t>
                      </a:r>
                      <a:endParaRPr lang="ja-JP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LINE Seed JP_OTF Bold" panose="02020700000000000000" pitchFamily="18" charset="-128"/>
                        <a:ea typeface="LINE Seed JP_OTF Bold" panose="02020700000000000000" pitchFamily="18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9566470"/>
                  </a:ext>
                </a:extLst>
              </a:tr>
              <a:tr h="26288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INE Seed JP App_OTF Regular" panose="02020500000000000000" pitchFamily="18" charset="-128"/>
                          <a:ea typeface="LINE Seed JP App_OTF Regular" panose="02020500000000000000" pitchFamily="18" charset="-128"/>
                        </a:rPr>
                        <a:t>ワインドアップ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INE Seed JP App_OTF Regular" panose="02020500000000000000" pitchFamily="18" charset="-128"/>
                          <a:ea typeface="LINE Seed JP App_OTF Regular" panose="02020500000000000000" pitchFamily="18" charset="-128"/>
                        </a:rPr>
                        <a:t>軸足安定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INE Seed JP App_OTF Regular" panose="02020500000000000000" pitchFamily="18" charset="-128"/>
                          <a:ea typeface="LINE Seed JP App_OTF Regular" panose="02020500000000000000" pitchFamily="18" charset="-128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2264855"/>
                  </a:ext>
                </a:extLst>
              </a:tr>
              <a:tr h="26288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INE Seed JP App_OTF Regular" panose="02020500000000000000" pitchFamily="18" charset="-128"/>
                          <a:ea typeface="LINE Seed JP App_OTF Regular" panose="02020500000000000000" pitchFamily="18" charset="-128"/>
                        </a:rPr>
                        <a:t>アーリーコッキング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INE Seed JP App_OTF Regular" panose="02020500000000000000" pitchFamily="18" charset="-128"/>
                          <a:ea typeface="LINE Seed JP App_OTF Regular" panose="02020500000000000000" pitchFamily="18" charset="-128"/>
                        </a:rPr>
                        <a:t>膝前方移動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INE Seed JP App_OTF Regular" panose="02020500000000000000" pitchFamily="18" charset="-128"/>
                          <a:ea typeface="LINE Seed JP App_OTF Regular" panose="02020500000000000000" pitchFamily="18" charset="-128"/>
                        </a:rPr>
                        <a:t>2</a:t>
                      </a:r>
                      <a:endParaRPr lang="ja-JP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INE Seed JP App_OTF Regular" panose="02020500000000000000" pitchFamily="18" charset="-128"/>
                        <a:ea typeface="LINE Seed JP App_OTF Regular" panose="02020500000000000000" pitchFamily="18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4089975"/>
                  </a:ext>
                </a:extLst>
              </a:tr>
              <a:tr h="26288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INE Seed JP App_OTF Regular" panose="02020500000000000000" pitchFamily="18" charset="-128"/>
                          <a:ea typeface="LINE Seed JP App_OTF Regular" panose="02020500000000000000" pitchFamily="18" charset="-128"/>
                        </a:rPr>
                        <a:t>アーリーコッキング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INE Seed JP App_OTF Regular" panose="02020500000000000000" pitchFamily="18" charset="-128"/>
                          <a:ea typeface="LINE Seed JP App_OTF Regular" panose="02020500000000000000" pitchFamily="18" charset="-128"/>
                        </a:rPr>
                        <a:t>下肢アライメント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INE Seed JP App_OTF Regular" panose="02020500000000000000" pitchFamily="18" charset="-128"/>
                          <a:ea typeface="LINE Seed JP App_OTF Regular" panose="02020500000000000000" pitchFamily="18" charset="-128"/>
                        </a:rPr>
                        <a:t>1</a:t>
                      </a:r>
                      <a:endParaRPr lang="ja-JP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INE Seed JP App_OTF Regular" panose="02020500000000000000" pitchFamily="18" charset="-128"/>
                        <a:ea typeface="LINE Seed JP App_OTF Regular" panose="02020500000000000000" pitchFamily="18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818202"/>
                  </a:ext>
                </a:extLst>
              </a:tr>
              <a:tr h="26288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INE Seed JP App_OTF Regular" panose="02020500000000000000" pitchFamily="18" charset="-128"/>
                          <a:ea typeface="LINE Seed JP App_OTF Regular" panose="02020500000000000000" pitchFamily="18" charset="-128"/>
                        </a:rPr>
                        <a:t>レイトコッキング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INE Seed JP App_OTF Regular" panose="02020500000000000000" pitchFamily="18" charset="-128"/>
                          <a:ea typeface="LINE Seed JP App_OTF Regular" panose="02020500000000000000" pitchFamily="18" charset="-128"/>
                        </a:rPr>
                        <a:t>膝屈曲量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INE Seed JP App_OTF Regular" panose="02020500000000000000" pitchFamily="18" charset="-128"/>
                          <a:ea typeface="LINE Seed JP App_OTF Regular" panose="02020500000000000000" pitchFamily="18" charset="-128"/>
                        </a:rPr>
                        <a:t>0</a:t>
                      </a:r>
                      <a:endParaRPr lang="ja-JP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INE Seed JP App_OTF Regular" panose="02020500000000000000" pitchFamily="18" charset="-128"/>
                        <a:ea typeface="LINE Seed JP App_OTF Regular" panose="02020500000000000000" pitchFamily="18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6445663"/>
                  </a:ext>
                </a:extLst>
              </a:tr>
              <a:tr h="26288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INE Seed JP App_OTF Regular" panose="02020500000000000000" pitchFamily="18" charset="-128"/>
                          <a:ea typeface="LINE Seed JP App_OTF Regular" panose="02020500000000000000" pitchFamily="18" charset="-128"/>
                        </a:rPr>
                        <a:t>レイトコッキング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INE Seed JP App_OTF Regular" panose="02020500000000000000" pitchFamily="18" charset="-128"/>
                          <a:ea typeface="LINE Seed JP App_OTF Regular" panose="02020500000000000000" pitchFamily="18" charset="-128"/>
                        </a:rPr>
                        <a:t>ステップ方向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INE Seed JP App_OTF Regular" panose="02020500000000000000" pitchFamily="18" charset="-128"/>
                          <a:ea typeface="LINE Seed JP App_OTF Regular" panose="02020500000000000000" pitchFamily="18" charset="-128"/>
                        </a:rPr>
                        <a:t>0</a:t>
                      </a:r>
                      <a:endParaRPr lang="ja-JP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INE Seed JP App_OTF Regular" panose="02020500000000000000" pitchFamily="18" charset="-128"/>
                        <a:ea typeface="LINE Seed JP App_OTF Regular" panose="02020500000000000000" pitchFamily="18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5970025"/>
                  </a:ext>
                </a:extLst>
              </a:tr>
              <a:tr h="26288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INE Seed JP App_OTF Regular" panose="02020500000000000000" pitchFamily="18" charset="-128"/>
                          <a:ea typeface="LINE Seed JP App_OTF Regular" panose="02020500000000000000" pitchFamily="18" charset="-128"/>
                        </a:rPr>
                        <a:t>レイトコッキング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INE Seed JP App_OTF Regular" panose="02020500000000000000" pitchFamily="18" charset="-128"/>
                          <a:ea typeface="LINE Seed JP App_OTF Regular" panose="02020500000000000000" pitchFamily="18" charset="-128"/>
                        </a:rPr>
                        <a:t>ボール位置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INE Seed JP App_OTF Regular" panose="02020500000000000000" pitchFamily="18" charset="-128"/>
                          <a:ea typeface="LINE Seed JP App_OTF Regular" panose="02020500000000000000" pitchFamily="18" charset="-128"/>
                        </a:rPr>
                        <a:t>2</a:t>
                      </a:r>
                      <a:endParaRPr lang="ja-JP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INE Seed JP App_OTF Regular" panose="02020500000000000000" pitchFamily="18" charset="-128"/>
                        <a:ea typeface="LINE Seed JP App_OTF Regular" panose="02020500000000000000" pitchFamily="18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4348489"/>
                  </a:ext>
                </a:extLst>
              </a:tr>
              <a:tr h="26288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INE Seed JP App_OTF Regular" panose="02020500000000000000" pitchFamily="18" charset="-128"/>
                          <a:ea typeface="LINE Seed JP App_OTF Regular" panose="02020500000000000000" pitchFamily="18" charset="-128"/>
                        </a:rPr>
                        <a:t>アクセラレーション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INE Seed JP App_OTF Regular" panose="02020500000000000000" pitchFamily="18" charset="-128"/>
                          <a:ea typeface="LINE Seed JP App_OTF Regular" panose="02020500000000000000" pitchFamily="18" charset="-128"/>
                        </a:rPr>
                        <a:t>体幹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INE Seed JP App_OTF Regular" panose="02020500000000000000" pitchFamily="18" charset="-128"/>
                          <a:ea typeface="LINE Seed JP App_OTF Regular" panose="02020500000000000000" pitchFamily="18" charset="-128"/>
                        </a:rPr>
                        <a:t>C</a:t>
                      </a:r>
                      <a:r>
                        <a:rPr lang="ja-JP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INE Seed JP App_OTF Regular" panose="02020500000000000000" pitchFamily="18" charset="-128"/>
                          <a:ea typeface="LINE Seed JP App_OTF Regular" panose="02020500000000000000" pitchFamily="18" charset="-128"/>
                        </a:rPr>
                        <a:t>カーブ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INE Seed JP App_OTF Regular" panose="02020500000000000000" pitchFamily="18" charset="-128"/>
                          <a:ea typeface="LINE Seed JP App_OTF Regular" panose="02020500000000000000" pitchFamily="18" charset="-128"/>
                        </a:rPr>
                        <a:t>1</a:t>
                      </a:r>
                      <a:endParaRPr lang="ja-JP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INE Seed JP App_OTF Regular" panose="02020500000000000000" pitchFamily="18" charset="-128"/>
                        <a:ea typeface="LINE Seed JP App_OTF Regular" panose="02020500000000000000" pitchFamily="18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0504220"/>
                  </a:ext>
                </a:extLst>
              </a:tr>
            </a:tbl>
          </a:graphicData>
        </a:graphic>
      </p:graphicFrame>
      <p:graphicFrame>
        <p:nvGraphicFramePr>
          <p:cNvPr id="10" name="表 9">
            <a:extLst>
              <a:ext uri="{FF2B5EF4-FFF2-40B4-BE49-F238E27FC236}">
                <a16:creationId xmlns:a16="http://schemas.microsoft.com/office/drawing/2014/main" id="{9449DBCA-7BE8-25FB-79DD-C10EE878FC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2780029"/>
              </p:ext>
            </p:extLst>
          </p:nvPr>
        </p:nvGraphicFramePr>
        <p:xfrm>
          <a:off x="3691824" y="4142321"/>
          <a:ext cx="3411826" cy="1452155"/>
        </p:xfrm>
        <a:graphic>
          <a:graphicData uri="http://schemas.openxmlformats.org/drawingml/2006/table">
            <a:tbl>
              <a:tblPr/>
              <a:tblGrid>
                <a:gridCol w="1263566">
                  <a:extLst>
                    <a:ext uri="{9D8B030D-6E8A-4147-A177-3AD203B41FA5}">
                      <a16:colId xmlns:a16="http://schemas.microsoft.com/office/drawing/2014/main" val="2153101285"/>
                    </a:ext>
                  </a:extLst>
                </a:gridCol>
                <a:gridCol w="1486408">
                  <a:extLst>
                    <a:ext uri="{9D8B030D-6E8A-4147-A177-3AD203B41FA5}">
                      <a16:colId xmlns:a16="http://schemas.microsoft.com/office/drawing/2014/main" val="3630679620"/>
                    </a:ext>
                  </a:extLst>
                </a:gridCol>
                <a:gridCol w="661852">
                  <a:extLst>
                    <a:ext uri="{9D8B030D-6E8A-4147-A177-3AD203B41FA5}">
                      <a16:colId xmlns:a16="http://schemas.microsoft.com/office/drawing/2014/main" val="2015295672"/>
                    </a:ext>
                  </a:extLst>
                </a:gridCol>
              </a:tblGrid>
              <a:tr h="290431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LINE Seed JP_OTF Bold" panose="02020700000000000000" pitchFamily="18" charset="-128"/>
                          <a:ea typeface="LINE Seed JP_OTF Bold" panose="02020700000000000000" pitchFamily="18" charset="-128"/>
                        </a:rPr>
                        <a:t>Phase</a:t>
                      </a:r>
                      <a:endParaRPr lang="ja-JP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LINE Seed JP_OTF Bold" panose="02020700000000000000" pitchFamily="18" charset="-128"/>
                        <a:ea typeface="LINE Seed JP_OTF Bold" panose="02020700000000000000" pitchFamily="18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ja-JP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LINE Seed JP_OTF Bold" panose="02020700000000000000" pitchFamily="18" charset="-128"/>
                          <a:ea typeface="LINE Seed JP_OTF Bold" panose="02020700000000000000" pitchFamily="18" charset="-128"/>
                        </a:rPr>
                        <a:t>checkpoint</a:t>
                      </a:r>
                      <a:endParaRPr lang="ja-JP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LINE Seed JP_OTF Bold" panose="02020700000000000000" pitchFamily="18" charset="-128"/>
                        <a:ea typeface="LINE Seed JP_OTF Bold" panose="02020700000000000000" pitchFamily="18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LINE Seed JP_OTF Bold" panose="02020700000000000000" pitchFamily="18" charset="-128"/>
                          <a:ea typeface="LINE Seed JP_OTF Bold" panose="02020700000000000000" pitchFamily="18" charset="-128"/>
                        </a:rPr>
                        <a:t>score</a:t>
                      </a:r>
                      <a:endParaRPr lang="ja-JP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LINE Seed JP_OTF Bold" panose="02020700000000000000" pitchFamily="18" charset="-128"/>
                        <a:ea typeface="LINE Seed JP_OTF Bold" panose="02020700000000000000" pitchFamily="18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9566470"/>
                  </a:ext>
                </a:extLst>
              </a:tr>
              <a:tr h="290431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INE Seed JP App_OTF Regular" panose="02020500000000000000" pitchFamily="18" charset="-128"/>
                          <a:ea typeface="LINE Seed JP App_OTF Regular" panose="02020500000000000000" pitchFamily="18" charset="-128"/>
                        </a:rPr>
                        <a:t>アクセラレーション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INE Seed JP App_OTF Regular" panose="02020500000000000000" pitchFamily="18" charset="-128"/>
                          <a:ea typeface="LINE Seed JP App_OTF Regular" panose="02020500000000000000" pitchFamily="18" charset="-128"/>
                        </a:rPr>
                        <a:t>肘抜け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INE Seed JP App_OTF Regular" panose="02020500000000000000" pitchFamily="18" charset="-128"/>
                          <a:ea typeface="LINE Seed JP App_OTF Regular" panose="02020500000000000000" pitchFamily="18" charset="-128"/>
                        </a:rPr>
                        <a:t>0</a:t>
                      </a:r>
                      <a:endParaRPr lang="ja-JP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INE Seed JP App_OTF Regular" panose="02020500000000000000" pitchFamily="18" charset="-128"/>
                        <a:ea typeface="LINE Seed JP App_OTF Regular" panose="02020500000000000000" pitchFamily="18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646135"/>
                  </a:ext>
                </a:extLst>
              </a:tr>
              <a:tr h="290431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INE Seed JP App_OTF Regular" panose="02020500000000000000" pitchFamily="18" charset="-128"/>
                          <a:ea typeface="LINE Seed JP App_OTF Regular" panose="02020500000000000000" pitchFamily="18" charset="-128"/>
                        </a:rPr>
                        <a:t>アクセラレーション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INE Seed JP App_OTF Regular" panose="02020500000000000000" pitchFamily="18" charset="-128"/>
                          <a:ea typeface="LINE Seed JP App_OTF Regular" panose="02020500000000000000" pitchFamily="18" charset="-128"/>
                        </a:rPr>
                        <a:t>膝伸展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INE Seed JP App_OTF Regular" panose="02020500000000000000" pitchFamily="18" charset="-128"/>
                          <a:ea typeface="LINE Seed JP App_OTF Regular" panose="02020500000000000000" pitchFamily="18" charset="-128"/>
                        </a:rPr>
                        <a:t>0</a:t>
                      </a:r>
                      <a:endParaRPr lang="ja-JP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INE Seed JP App_OTF Regular" panose="02020500000000000000" pitchFamily="18" charset="-128"/>
                        <a:ea typeface="LINE Seed JP App_OTF Regular" panose="02020500000000000000" pitchFamily="18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624619"/>
                  </a:ext>
                </a:extLst>
              </a:tr>
              <a:tr h="29043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INE Seed JP App_OTF Regular" panose="02020500000000000000" pitchFamily="18" charset="-128"/>
                          <a:ea typeface="LINE Seed JP App_OTF Regular" panose="02020500000000000000" pitchFamily="18" charset="-128"/>
                        </a:rPr>
                        <a:t>フォロースルー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INE Seed JP App_OTF Regular" panose="02020500000000000000" pitchFamily="18" charset="-128"/>
                          <a:ea typeface="LINE Seed JP App_OTF Regular" panose="02020500000000000000" pitchFamily="18" charset="-128"/>
                        </a:rPr>
                        <a:t>肩ライン方向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INE Seed JP App_OTF Regular" panose="02020500000000000000" pitchFamily="18" charset="-128"/>
                          <a:ea typeface="LINE Seed JP App_OTF Regular" panose="02020500000000000000" pitchFamily="18" charset="-128"/>
                        </a:rPr>
                        <a:t>2</a:t>
                      </a:r>
                      <a:endParaRPr lang="ja-JP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INE Seed JP App_OTF Regular" panose="02020500000000000000" pitchFamily="18" charset="-128"/>
                        <a:ea typeface="LINE Seed JP App_OTF Regular" panose="02020500000000000000" pitchFamily="18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7075936"/>
                  </a:ext>
                </a:extLst>
              </a:tr>
              <a:tr h="29043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INE Seed JP App_OTF Regular" panose="02020500000000000000" pitchFamily="18" charset="-128"/>
                          <a:ea typeface="LINE Seed JP App_OTF Regular" panose="02020500000000000000" pitchFamily="18" charset="-128"/>
                        </a:rPr>
                        <a:t>フォロースルー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INE Seed JP App_OTF Regular" panose="02020500000000000000" pitchFamily="18" charset="-128"/>
                          <a:ea typeface="LINE Seed JP App_OTF Regular" panose="02020500000000000000" pitchFamily="18" charset="-128"/>
                        </a:rPr>
                        <a:t>軸足蹴り上げ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LINE Seed JP App_OTF Regular" panose="02020500000000000000" pitchFamily="18" charset="-128"/>
                          <a:ea typeface="LINE Seed JP App_OTF Regular" panose="02020500000000000000" pitchFamily="18" charset="-128"/>
                        </a:rPr>
                        <a:t>1</a:t>
                      </a:r>
                      <a:endParaRPr lang="ja-JP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LINE Seed JP App_OTF Regular" panose="02020500000000000000" pitchFamily="18" charset="-128"/>
                        <a:ea typeface="LINE Seed JP App_OTF Regular" panose="02020500000000000000" pitchFamily="18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8036526"/>
                  </a:ext>
                </a:extLst>
              </a:tr>
            </a:tbl>
          </a:graphicData>
        </a:graphic>
      </p:graphicFrame>
      <p:graphicFrame>
        <p:nvGraphicFramePr>
          <p:cNvPr id="11" name="表 10">
            <a:extLst>
              <a:ext uri="{FF2B5EF4-FFF2-40B4-BE49-F238E27FC236}">
                <a16:creationId xmlns:a16="http://schemas.microsoft.com/office/drawing/2014/main" id="{25FC2930-57F5-6332-7345-ACD2F0BEC2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1425430"/>
              </p:ext>
            </p:extLst>
          </p:nvPr>
        </p:nvGraphicFramePr>
        <p:xfrm>
          <a:off x="3871328" y="6276457"/>
          <a:ext cx="1447861" cy="460017"/>
        </p:xfrm>
        <a:graphic>
          <a:graphicData uri="http://schemas.openxmlformats.org/drawingml/2006/table">
            <a:tbl>
              <a:tblPr/>
              <a:tblGrid>
                <a:gridCol w="1447861">
                  <a:extLst>
                    <a:ext uri="{9D8B030D-6E8A-4147-A177-3AD203B41FA5}">
                      <a16:colId xmlns:a16="http://schemas.microsoft.com/office/drawing/2014/main" val="2153101285"/>
                    </a:ext>
                  </a:extLst>
                </a:gridCol>
              </a:tblGrid>
              <a:tr h="46001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LINE Seed JP_OTF Bold" panose="02020700000000000000" pitchFamily="18" charset="-128"/>
                          <a:ea typeface="LINE Seed JP_OTF Bold" panose="02020700000000000000" pitchFamily="18" charset="-128"/>
                        </a:rPr>
                        <a:t>Total</a:t>
                      </a:r>
                      <a:r>
                        <a:rPr lang="ja-JP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LINE Seed JP_OTF Bold" panose="02020700000000000000" pitchFamily="18" charset="-128"/>
                          <a:ea typeface="LINE Seed JP_OTF Bold" panose="02020700000000000000" pitchFamily="18" charset="-128"/>
                        </a:rPr>
                        <a:t> </a:t>
                      </a:r>
                      <a:r>
                        <a:rPr lang="en-US" altLang="ja-JP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LINE Seed JP_OTF Bold" panose="02020700000000000000" pitchFamily="18" charset="-128"/>
                          <a:ea typeface="LINE Seed JP_OTF Bold" panose="02020700000000000000" pitchFamily="18" charset="-128"/>
                        </a:rPr>
                        <a:t>score</a:t>
                      </a:r>
                      <a:endParaRPr lang="ja-JP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LINE Seed JP_OTF Bold" panose="02020700000000000000" pitchFamily="18" charset="-128"/>
                        <a:ea typeface="LINE Seed JP_OTF Bold" panose="02020700000000000000" pitchFamily="18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9566470"/>
                  </a:ext>
                </a:extLst>
              </a:tr>
            </a:tbl>
          </a:graphicData>
        </a:graphic>
      </p:graphicFrame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1D23F4B0-B2F7-5B6F-20F7-28F6612870CD}"/>
              </a:ext>
            </a:extLst>
          </p:cNvPr>
          <p:cNvSpPr txBox="1"/>
          <p:nvPr/>
        </p:nvSpPr>
        <p:spPr>
          <a:xfrm>
            <a:off x="-311896" y="3926990"/>
            <a:ext cx="15082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800" dirty="0">
                <a:solidFill>
                  <a:schemeClr val="bg1"/>
                </a:solidFill>
                <a:latin typeface="LINE Seed JP App_OTF Regular" panose="02020500000000000000" pitchFamily="18" charset="-128"/>
                <a:ea typeface="LINE Seed JP App_OTF Regular" panose="02020500000000000000" pitchFamily="18" charset="-128"/>
              </a:rPr>
              <a:t>ワインドアップ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59A38C6A-B0A7-2310-70DC-1B2811576A7F}"/>
              </a:ext>
            </a:extLst>
          </p:cNvPr>
          <p:cNvSpPr txBox="1"/>
          <p:nvPr/>
        </p:nvSpPr>
        <p:spPr>
          <a:xfrm>
            <a:off x="2345251" y="3926989"/>
            <a:ext cx="191863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800" dirty="0">
                <a:solidFill>
                  <a:schemeClr val="bg1"/>
                </a:solidFill>
                <a:latin typeface="LINE Seed JP App_OTF Regular" panose="02020500000000000000" pitchFamily="18" charset="-128"/>
                <a:ea typeface="LINE Seed JP App_OTF Regular" panose="02020500000000000000" pitchFamily="18" charset="-128"/>
              </a:rPr>
              <a:t>アーリーコッキング</a:t>
            </a:r>
            <a:endParaRPr kumimoji="1" lang="ja-JP" altLang="en-US" sz="800" dirty="0">
              <a:solidFill>
                <a:schemeClr val="bg1"/>
              </a:solidFill>
              <a:latin typeface="LINE Seed JP App_OTF Regular" panose="02020500000000000000" pitchFamily="18" charset="-128"/>
              <a:ea typeface="LINE Seed JP App_OTF Regular" panose="02020500000000000000" pitchFamily="18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919E8A92-8CAB-B7FA-A2F2-0E1D5DDC3255}"/>
              </a:ext>
            </a:extLst>
          </p:cNvPr>
          <p:cNvSpPr txBox="1"/>
          <p:nvPr/>
        </p:nvSpPr>
        <p:spPr>
          <a:xfrm>
            <a:off x="5234622" y="3926988"/>
            <a:ext cx="191863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800" dirty="0">
                <a:solidFill>
                  <a:schemeClr val="bg1"/>
                </a:solidFill>
                <a:latin typeface="LINE Seed JP App_OTF Regular" panose="02020500000000000000" pitchFamily="18" charset="-128"/>
                <a:ea typeface="LINE Seed JP App_OTF Regular" panose="02020500000000000000" pitchFamily="18" charset="-128"/>
              </a:rPr>
              <a:t>レイトコッキング</a:t>
            </a:r>
            <a:endParaRPr kumimoji="1" lang="ja-JP" altLang="en-US" sz="800" dirty="0">
              <a:solidFill>
                <a:schemeClr val="bg1"/>
              </a:solidFill>
              <a:latin typeface="LINE Seed JP App_OTF Regular" panose="02020500000000000000" pitchFamily="18" charset="-128"/>
              <a:ea typeface="LINE Seed JP App_OTF Regular" panose="02020500000000000000" pitchFamily="18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6944BE08-44B7-23CE-2DF1-FACC5C625792}"/>
              </a:ext>
            </a:extLst>
          </p:cNvPr>
          <p:cNvSpPr txBox="1"/>
          <p:nvPr/>
        </p:nvSpPr>
        <p:spPr>
          <a:xfrm>
            <a:off x="7846160" y="3926988"/>
            <a:ext cx="191863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800" dirty="0">
                <a:solidFill>
                  <a:schemeClr val="bg1"/>
                </a:solidFill>
                <a:latin typeface="LINE Seed JP App_OTF Regular" panose="02020500000000000000" pitchFamily="18" charset="-128"/>
                <a:ea typeface="LINE Seed JP App_OTF Regular" panose="02020500000000000000" pitchFamily="18" charset="-128"/>
              </a:rPr>
              <a:t>アクセラレーション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ABC9C3E4-53F6-648C-9A04-56742113FA41}"/>
              </a:ext>
            </a:extLst>
          </p:cNvPr>
          <p:cNvSpPr txBox="1"/>
          <p:nvPr/>
        </p:nvSpPr>
        <p:spPr>
          <a:xfrm>
            <a:off x="10899369" y="3926987"/>
            <a:ext cx="13404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800" dirty="0">
                <a:solidFill>
                  <a:schemeClr val="bg1"/>
                </a:solidFill>
                <a:latin typeface="LINE Seed JP App_OTF Regular" panose="02020500000000000000" pitchFamily="18" charset="-128"/>
                <a:ea typeface="LINE Seed JP App_OTF Regular" panose="02020500000000000000" pitchFamily="18" charset="-128"/>
              </a:rPr>
              <a:t>フォロースルー</a:t>
            </a:r>
            <a:endParaRPr kumimoji="1" lang="ja-JP" altLang="en-US" sz="800" dirty="0">
              <a:solidFill>
                <a:schemeClr val="bg1"/>
              </a:solidFill>
              <a:latin typeface="LINE Seed JP App_OTF Regular" panose="02020500000000000000" pitchFamily="18" charset="-128"/>
              <a:ea typeface="LINE Seed JP App_OTF Regular" panose="02020500000000000000" pitchFamily="18" charset="-128"/>
            </a:endParaRPr>
          </a:p>
        </p:txBody>
      </p:sp>
      <p:grpSp>
        <p:nvGrpSpPr>
          <p:cNvPr id="30" name="グループ化 29">
            <a:extLst>
              <a:ext uri="{FF2B5EF4-FFF2-40B4-BE49-F238E27FC236}">
                <a16:creationId xmlns:a16="http://schemas.microsoft.com/office/drawing/2014/main" id="{7AC2665F-1E83-218A-7096-EA927ECDA183}"/>
              </a:ext>
            </a:extLst>
          </p:cNvPr>
          <p:cNvGrpSpPr/>
          <p:nvPr/>
        </p:nvGrpSpPr>
        <p:grpSpPr>
          <a:xfrm>
            <a:off x="10953896" y="4795820"/>
            <a:ext cx="1069407" cy="282683"/>
            <a:chOff x="10953896" y="5011961"/>
            <a:chExt cx="1069407" cy="282683"/>
          </a:xfrm>
        </p:grpSpPr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5EFC094E-5B3C-3A95-ED7D-FD8FA80E32D5}"/>
                </a:ext>
              </a:extLst>
            </p:cNvPr>
            <p:cNvSpPr/>
            <p:nvPr/>
          </p:nvSpPr>
          <p:spPr>
            <a:xfrm>
              <a:off x="10969895" y="5011961"/>
              <a:ext cx="1053408" cy="282683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E013BFC2-C706-5C9C-36A8-52E3DC34EB89}"/>
                </a:ext>
              </a:extLst>
            </p:cNvPr>
            <p:cNvSpPr txBox="1"/>
            <p:nvPr/>
          </p:nvSpPr>
          <p:spPr>
            <a:xfrm>
              <a:off x="10953896" y="5026345"/>
              <a:ext cx="1061407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1050" dirty="0">
                  <a:solidFill>
                    <a:schemeClr val="bg1"/>
                  </a:solidFill>
                  <a:latin typeface="LINE Seed JP App_OTF Regular" panose="02020500000000000000" pitchFamily="18" charset="-128"/>
                  <a:ea typeface="LINE Seed JP App_OTF Regular" panose="02020500000000000000" pitchFamily="18" charset="-128"/>
                </a:rPr>
                <a:t>トレーニング</a:t>
              </a:r>
            </a:p>
          </p:txBody>
        </p:sp>
      </p:grp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2DBBE8BD-38C8-F304-4792-194EA92A8626}"/>
              </a:ext>
            </a:extLst>
          </p:cNvPr>
          <p:cNvGrpSpPr/>
          <p:nvPr/>
        </p:nvGrpSpPr>
        <p:grpSpPr>
          <a:xfrm>
            <a:off x="10953897" y="6149165"/>
            <a:ext cx="1061407" cy="282683"/>
            <a:chOff x="10953897" y="6149165"/>
            <a:chExt cx="1061407" cy="282683"/>
          </a:xfrm>
        </p:grpSpPr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04D4B021-4681-8527-3A99-C1FB0D7AB0D1}"/>
                </a:ext>
              </a:extLst>
            </p:cNvPr>
            <p:cNvSpPr/>
            <p:nvPr/>
          </p:nvSpPr>
          <p:spPr>
            <a:xfrm>
              <a:off x="10961896" y="6149165"/>
              <a:ext cx="1053408" cy="282683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id="{83A5B708-A214-1F45-F6DE-0BE0F758B65E}"/>
                </a:ext>
              </a:extLst>
            </p:cNvPr>
            <p:cNvSpPr txBox="1"/>
            <p:nvPr/>
          </p:nvSpPr>
          <p:spPr>
            <a:xfrm>
              <a:off x="10953897" y="6168557"/>
              <a:ext cx="1061407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1050" dirty="0">
                  <a:solidFill>
                    <a:schemeClr val="bg1"/>
                  </a:solidFill>
                  <a:latin typeface="LINE Seed JP App_OTF Regular" panose="02020500000000000000" pitchFamily="18" charset="-128"/>
                  <a:ea typeface="LINE Seed JP App_OTF Regular" panose="02020500000000000000" pitchFamily="18" charset="-128"/>
                </a:rPr>
                <a:t>QR</a:t>
              </a:r>
              <a:r>
                <a:rPr lang="ja-JP" altLang="en-US" sz="1050" dirty="0">
                  <a:solidFill>
                    <a:schemeClr val="bg1"/>
                  </a:solidFill>
                  <a:latin typeface="LINE Seed JP App_OTF Regular" panose="02020500000000000000" pitchFamily="18" charset="-128"/>
                  <a:ea typeface="LINE Seed JP App_OTF Regular" panose="02020500000000000000" pitchFamily="18" charset="-128"/>
                </a:rPr>
                <a:t>コード</a:t>
              </a:r>
              <a:endParaRPr kumimoji="1" lang="ja-JP" altLang="en-US" sz="1050" dirty="0">
                <a:solidFill>
                  <a:schemeClr val="bg1"/>
                </a:solidFill>
                <a:latin typeface="LINE Seed JP App_OTF Regular" panose="02020500000000000000" pitchFamily="18" charset="-128"/>
                <a:ea typeface="LINE Seed JP App_OTF Regular" panose="02020500000000000000" pitchFamily="18" charset="-128"/>
              </a:endParaRPr>
            </a:p>
          </p:txBody>
        </p:sp>
      </p:grp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CA05FB8-102F-CA97-FFA8-50E8BFEB4E77}"/>
              </a:ext>
            </a:extLst>
          </p:cNvPr>
          <p:cNvSpPr/>
          <p:nvPr/>
        </p:nvSpPr>
        <p:spPr>
          <a:xfrm>
            <a:off x="0" y="1297323"/>
            <a:ext cx="975603" cy="8607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err="1">
                <a:solidFill>
                  <a:schemeClr val="tx1"/>
                </a:solidFill>
              </a:rPr>
              <a:t>star_windup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9A8D090-E843-F17E-D39B-D38C9CF4185A}"/>
              </a:ext>
            </a:extLst>
          </p:cNvPr>
          <p:cNvSpPr/>
          <p:nvPr/>
        </p:nvSpPr>
        <p:spPr>
          <a:xfrm>
            <a:off x="2830286" y="1554819"/>
            <a:ext cx="823954" cy="6206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err="1">
                <a:solidFill>
                  <a:schemeClr val="tx1"/>
                </a:solidFill>
              </a:rPr>
              <a:t>star_early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FEAE8A62-78F2-95D6-AD1C-B38FE82502B6}"/>
              </a:ext>
            </a:extLst>
          </p:cNvPr>
          <p:cNvSpPr/>
          <p:nvPr/>
        </p:nvSpPr>
        <p:spPr>
          <a:xfrm>
            <a:off x="5774337" y="1563528"/>
            <a:ext cx="757092" cy="6206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err="1">
                <a:solidFill>
                  <a:schemeClr val="tx1"/>
                </a:solidFill>
              </a:rPr>
              <a:t>star_late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FBC57157-827F-5BC9-984E-3C1F4717ABBD}"/>
              </a:ext>
            </a:extLst>
          </p:cNvPr>
          <p:cNvSpPr/>
          <p:nvPr/>
        </p:nvSpPr>
        <p:spPr>
          <a:xfrm>
            <a:off x="8240904" y="1575048"/>
            <a:ext cx="1139943" cy="6206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err="1">
                <a:solidFill>
                  <a:schemeClr val="tx1"/>
                </a:solidFill>
              </a:rPr>
              <a:t>star_acceleration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23214B35-2C92-1EA3-235C-D46DD7A16CD5}"/>
              </a:ext>
            </a:extLst>
          </p:cNvPr>
          <p:cNvSpPr/>
          <p:nvPr/>
        </p:nvSpPr>
        <p:spPr>
          <a:xfrm>
            <a:off x="11027459" y="1670843"/>
            <a:ext cx="867685" cy="6206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err="1">
                <a:solidFill>
                  <a:schemeClr val="tx1"/>
                </a:solidFill>
              </a:rPr>
              <a:t>star_follow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AF224F3-3D6A-DA30-0444-8BEE59121C77}"/>
              </a:ext>
            </a:extLst>
          </p:cNvPr>
          <p:cNvSpPr/>
          <p:nvPr/>
        </p:nvSpPr>
        <p:spPr>
          <a:xfrm>
            <a:off x="7473747" y="4872790"/>
            <a:ext cx="3030968" cy="16695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err="1">
                <a:solidFill>
                  <a:schemeClr val="tx1"/>
                </a:solidFill>
              </a:rPr>
              <a:t>comment_box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18A2CD06-677C-6100-798D-D89E0395545D}"/>
              </a:ext>
            </a:extLst>
          </p:cNvPr>
          <p:cNvSpPr/>
          <p:nvPr/>
        </p:nvSpPr>
        <p:spPr>
          <a:xfrm>
            <a:off x="10961896" y="5122592"/>
            <a:ext cx="1061407" cy="99116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err="1">
                <a:solidFill>
                  <a:schemeClr val="tx1"/>
                </a:solidFill>
              </a:rPr>
              <a:t>qr_box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48BF83E4-5E09-A444-592D-B07DC59AD3A1}"/>
              </a:ext>
            </a:extLst>
          </p:cNvPr>
          <p:cNvSpPr/>
          <p:nvPr/>
        </p:nvSpPr>
        <p:spPr>
          <a:xfrm>
            <a:off x="5341328" y="6277894"/>
            <a:ext cx="1509344" cy="4600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 err="1">
                <a:solidFill>
                  <a:schemeClr val="tx1"/>
                </a:solidFill>
              </a:rPr>
              <a:t>total_score_box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A5FD975A-1E92-7AFC-3C46-70B456485D06}"/>
              </a:ext>
            </a:extLst>
          </p:cNvPr>
          <p:cNvSpPr/>
          <p:nvPr/>
        </p:nvSpPr>
        <p:spPr>
          <a:xfrm>
            <a:off x="7429469" y="4763738"/>
            <a:ext cx="3162331" cy="190841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4FABA239-897E-C1E1-E1F5-81983EF6DA88}"/>
              </a:ext>
            </a:extLst>
          </p:cNvPr>
          <p:cNvSpPr txBox="1"/>
          <p:nvPr/>
        </p:nvSpPr>
        <p:spPr>
          <a:xfrm>
            <a:off x="7987011" y="4491242"/>
            <a:ext cx="20700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200" dirty="0">
                <a:latin typeface="LINE Seed JP App_OTF Regular" panose="02020500000000000000" pitchFamily="18" charset="-128"/>
                <a:ea typeface="LINE Seed JP App_OTF Regular" panose="02020500000000000000" pitchFamily="18" charset="-128"/>
              </a:rPr>
              <a:t>【</a:t>
            </a:r>
            <a:r>
              <a:rPr kumimoji="1" lang="ja-JP" altLang="en-US" sz="1200" dirty="0">
                <a:latin typeface="LINE Seed JP App_OTF Regular" panose="02020500000000000000" pitchFamily="18" charset="-128"/>
                <a:ea typeface="LINE Seed JP App_OTF Regular" panose="02020500000000000000" pitchFamily="18" charset="-128"/>
              </a:rPr>
              <a:t>フォーム評価コメント</a:t>
            </a:r>
            <a:r>
              <a:rPr kumimoji="1" lang="en-US" altLang="ja-JP" sz="1200" dirty="0">
                <a:latin typeface="LINE Seed JP App_OTF Regular" panose="02020500000000000000" pitchFamily="18" charset="-128"/>
                <a:ea typeface="LINE Seed JP App_OTF Regular" panose="02020500000000000000" pitchFamily="18" charset="-128"/>
              </a:rPr>
              <a:t>】</a:t>
            </a:r>
            <a:endParaRPr kumimoji="1" lang="ja-JP" altLang="en-US" sz="1200" dirty="0">
              <a:latin typeface="LINE Seed JP App_OTF Regular" panose="02020500000000000000" pitchFamily="18" charset="-128"/>
              <a:ea typeface="LINE Seed JP App_OTF Regular" panose="020205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705849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102</Words>
  <Application>Microsoft Office PowerPoint</Application>
  <PresentationFormat>ワイド画面</PresentationFormat>
  <Paragraphs>58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8" baseType="lpstr">
      <vt:lpstr>LINE Seed JP App_OTF Bold</vt:lpstr>
      <vt:lpstr>LINE Seed JP App_OTF Regular</vt:lpstr>
      <vt:lpstr>LINE Seed JP_OTF Bold</vt:lpstr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翔平 藤井</dc:creator>
  <cp:lastModifiedBy>翔平 藤井</cp:lastModifiedBy>
  <cp:revision>1</cp:revision>
  <dcterms:created xsi:type="dcterms:W3CDTF">2026-04-20T06:38:33Z</dcterms:created>
  <dcterms:modified xsi:type="dcterms:W3CDTF">2026-05-07T04:24:37Z</dcterms:modified>
</cp:coreProperties>
</file>